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6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37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934588" y="4494528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6398043" y="2766310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</TotalTime>
  <Words>92</Words>
  <Application>Microsoft Office PowerPoint</Application>
  <PresentationFormat>宽屏</PresentationFormat>
  <Paragraphs>67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14</cp:revision>
  <dcterms:created xsi:type="dcterms:W3CDTF">2023-08-09T12:44:00Z</dcterms:created>
  <dcterms:modified xsi:type="dcterms:W3CDTF">2026-02-28T08:58:51Z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