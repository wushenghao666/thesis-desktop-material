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F4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76" autoAdjust="0"/>
    <p:restoredTop sz="94660"/>
  </p:normalViewPr>
  <p:slideViewPr>
    <p:cSldViewPr snapToGrid="0" showGuides="1">
      <p:cViewPr varScale="1">
        <p:scale>
          <a:sx n="98" d="100"/>
          <a:sy n="98" d="100"/>
        </p:scale>
        <p:origin x="96" y="36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πₜ(vᵢ)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v₁</c:v>
                </c:pt>
                <c:pt idx="1">
                  <c:v>v₂</c:v>
                </c:pt>
                <c:pt idx="2">
                  <c:v>v₃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0.51</c:v>
                </c:pt>
                <c:pt idx="1">
                  <c:v>0.46</c:v>
                </c:pt>
                <c:pt idx="2">
                  <c:v>0.03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842-44F3-978F-88D8758FB2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6"/>
          <c:min val="0"/>
        </c:scaling>
        <c:delete val="0"/>
        <c:axPos val="b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E5E7EB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txPr>
    <a:bodyPr/>
    <a:lstStyle/>
    <a:p>
      <a:pPr marL="0" algn="ctr" defTabSz="914400" rtl="0" eaLnBrk="1" latinLnBrk="0" hangingPunct="1">
        <a:defRPr lang="en-US" altLang="zh-CN" sz="1800" kern="1200">
          <a:solidFill>
            <a:schemeClr val="dk1"/>
          </a:solidFill>
          <a:latin typeface="+mn-lt"/>
          <a:ea typeface="+mn-ea"/>
          <a:cs typeface="+mn-cs"/>
        </a:defRPr>
      </a:pPr>
      <a:endParaRPr lang="zh-CN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2026/2/28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2026/2/28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2026/2/28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2026/2/28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2026/2/28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2026/2/28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2026/2/28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2026/2/28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2026/2/28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2026/2/28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2026/2/28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2026/2/28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EBE0D148-94B8-55FF-18EC-A0F39AE49578}"/>
              </a:ext>
            </a:extLst>
          </p:cNvPr>
          <p:cNvSpPr txBox="1"/>
          <p:nvPr/>
        </p:nvSpPr>
        <p:spPr>
          <a:xfrm>
            <a:off x="671805" y="251574"/>
            <a:ext cx="16033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/>
              <a:t>Sequence</a:t>
            </a:r>
            <a:endParaRPr lang="zh-CN" altLang="en-US" sz="28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9D40169-8D9E-BF8D-A85A-BF0B9DDCF193}"/>
              </a:ext>
            </a:extLst>
          </p:cNvPr>
          <p:cNvSpPr txBox="1"/>
          <p:nvPr/>
        </p:nvSpPr>
        <p:spPr>
          <a:xfrm>
            <a:off x="3429085" y="251574"/>
            <a:ext cx="24840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/>
              <a:t>Branch / Choice</a:t>
            </a:r>
            <a:endParaRPr lang="zh-CN" altLang="en-US" sz="2800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5E1D509-043B-526E-30B3-FEEA4E0B6FA0}"/>
              </a:ext>
            </a:extLst>
          </p:cNvPr>
          <p:cNvSpPr txBox="1"/>
          <p:nvPr/>
        </p:nvSpPr>
        <p:spPr>
          <a:xfrm>
            <a:off x="7012143" y="251574"/>
            <a:ext cx="12468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/>
              <a:t>Parallel</a:t>
            </a:r>
            <a:endParaRPr lang="zh-CN" altLang="en-US" sz="2800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9B43834-24D1-8DDD-9F55-39E041927058}"/>
              </a:ext>
            </a:extLst>
          </p:cNvPr>
          <p:cNvSpPr txBox="1"/>
          <p:nvPr/>
        </p:nvSpPr>
        <p:spPr>
          <a:xfrm>
            <a:off x="9572009" y="251574"/>
            <a:ext cx="251988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dirty="0"/>
              <a:t>Loop/Iteration</a:t>
            </a: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5A673A92-1F71-77E5-D533-2A10DCA50700}"/>
              </a:ext>
            </a:extLst>
          </p:cNvPr>
          <p:cNvCxnSpPr>
            <a:cxnSpLocks/>
          </p:cNvCxnSpPr>
          <p:nvPr/>
        </p:nvCxnSpPr>
        <p:spPr>
          <a:xfrm>
            <a:off x="0" y="989045"/>
            <a:ext cx="12192000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F28B67EA-7BB8-766E-B18F-ED45B119207C}"/>
              </a:ext>
            </a:extLst>
          </p:cNvPr>
          <p:cNvCxnSpPr>
            <a:cxnSpLocks/>
          </p:cNvCxnSpPr>
          <p:nvPr/>
        </p:nvCxnSpPr>
        <p:spPr>
          <a:xfrm>
            <a:off x="6127102" y="41988"/>
            <a:ext cx="0" cy="6774024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575D9A44-9941-FE1D-0F76-1BB8CDCDCB80}"/>
              </a:ext>
            </a:extLst>
          </p:cNvPr>
          <p:cNvCxnSpPr>
            <a:cxnSpLocks/>
          </p:cNvCxnSpPr>
          <p:nvPr/>
        </p:nvCxnSpPr>
        <p:spPr>
          <a:xfrm>
            <a:off x="3088432" y="41988"/>
            <a:ext cx="0" cy="6774024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7BE664A0-71D6-EB64-BBF4-680EB9297A82}"/>
              </a:ext>
            </a:extLst>
          </p:cNvPr>
          <p:cNvCxnSpPr>
            <a:cxnSpLocks/>
          </p:cNvCxnSpPr>
          <p:nvPr/>
        </p:nvCxnSpPr>
        <p:spPr>
          <a:xfrm>
            <a:off x="9144000" y="41988"/>
            <a:ext cx="0" cy="6774024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5500E40D-0BE0-95E9-A3C1-B396319D9758}"/>
              </a:ext>
            </a:extLst>
          </p:cNvPr>
          <p:cNvSpPr/>
          <p:nvPr/>
        </p:nvSpPr>
        <p:spPr>
          <a:xfrm>
            <a:off x="884263" y="1750094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A</a:t>
            </a:r>
            <a:endParaRPr lang="zh-CN" altLang="en-US" dirty="0"/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A31AE622-1300-2289-6107-CD3367373D4E}"/>
              </a:ext>
            </a:extLst>
          </p:cNvPr>
          <p:cNvSpPr/>
          <p:nvPr/>
        </p:nvSpPr>
        <p:spPr>
          <a:xfrm>
            <a:off x="884263" y="2984845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B</a:t>
            </a:r>
            <a:endParaRPr lang="zh-CN" altLang="en-US" dirty="0"/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A9C3B650-55FD-054E-B91A-D8211B25D7FA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>
            <a:off x="1478652" y="2353359"/>
            <a:ext cx="0" cy="6314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3B4B17E0-F23F-D83C-19B9-FA2993EF1833}"/>
              </a:ext>
            </a:extLst>
          </p:cNvPr>
          <p:cNvSpPr/>
          <p:nvPr/>
        </p:nvSpPr>
        <p:spPr>
          <a:xfrm>
            <a:off x="920030" y="4218675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</a:t>
            </a:r>
            <a:endParaRPr lang="zh-CN" altLang="en-US" dirty="0"/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A797092A-3D67-139F-48B9-A900ADAA453D}"/>
              </a:ext>
            </a:extLst>
          </p:cNvPr>
          <p:cNvSpPr/>
          <p:nvPr/>
        </p:nvSpPr>
        <p:spPr>
          <a:xfrm>
            <a:off x="909144" y="5451697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D</a:t>
            </a:r>
            <a:endParaRPr lang="zh-CN" altLang="en-US" dirty="0"/>
          </a:p>
        </p:txBody>
      </p: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4F7D638E-BC67-6EE0-3DB5-1BEF3B8280D7}"/>
              </a:ext>
            </a:extLst>
          </p:cNvPr>
          <p:cNvCxnSpPr>
            <a:cxnSpLocks/>
          </p:cNvCxnSpPr>
          <p:nvPr/>
        </p:nvCxnSpPr>
        <p:spPr>
          <a:xfrm>
            <a:off x="1503533" y="3588110"/>
            <a:ext cx="0" cy="6314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DDBFD16A-53E0-BFCB-D97D-AA2E5F34980B}"/>
              </a:ext>
            </a:extLst>
          </p:cNvPr>
          <p:cNvCxnSpPr>
            <a:cxnSpLocks/>
          </p:cNvCxnSpPr>
          <p:nvPr/>
        </p:nvCxnSpPr>
        <p:spPr>
          <a:xfrm>
            <a:off x="1514418" y="4820211"/>
            <a:ext cx="0" cy="6314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69FB5A05-2134-AEE9-3C19-B444330CF146}"/>
              </a:ext>
            </a:extLst>
          </p:cNvPr>
          <p:cNvSpPr/>
          <p:nvPr/>
        </p:nvSpPr>
        <p:spPr>
          <a:xfrm>
            <a:off x="3998602" y="1750095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A</a:t>
            </a:r>
            <a:endParaRPr lang="zh-CN" altLang="en-US" dirty="0"/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ED29CA8C-438D-39F5-7859-2861C14E5525}"/>
              </a:ext>
            </a:extLst>
          </p:cNvPr>
          <p:cNvSpPr/>
          <p:nvPr/>
        </p:nvSpPr>
        <p:spPr>
          <a:xfrm>
            <a:off x="3998602" y="2984846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B</a:t>
            </a:r>
            <a:endParaRPr lang="zh-CN" altLang="en-US" dirty="0"/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FCE05BC7-F290-4F01-6C80-5BA4EC4F3DCE}"/>
              </a:ext>
            </a:extLst>
          </p:cNvPr>
          <p:cNvCxnSpPr>
            <a:cxnSpLocks/>
            <a:stCxn id="30" idx="2"/>
            <a:endCxn id="31" idx="0"/>
          </p:cNvCxnSpPr>
          <p:nvPr/>
        </p:nvCxnSpPr>
        <p:spPr>
          <a:xfrm>
            <a:off x="4592991" y="2353360"/>
            <a:ext cx="0" cy="6314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D2BECAE0-C8A6-E732-344A-CF6418BF2B19}"/>
              </a:ext>
            </a:extLst>
          </p:cNvPr>
          <p:cNvSpPr/>
          <p:nvPr/>
        </p:nvSpPr>
        <p:spPr>
          <a:xfrm>
            <a:off x="3195435" y="5467432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</a:t>
            </a:r>
            <a:endParaRPr lang="zh-CN" altLang="en-US" dirty="0"/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AC930259-9AB3-73B1-AF82-E433486F1D68}"/>
              </a:ext>
            </a:extLst>
          </p:cNvPr>
          <p:cNvSpPr/>
          <p:nvPr/>
        </p:nvSpPr>
        <p:spPr>
          <a:xfrm>
            <a:off x="4831323" y="5467431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D</a:t>
            </a:r>
            <a:endParaRPr lang="zh-CN" altLang="en-US" dirty="0"/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BE7C5C1C-2EC8-CA4F-F4C7-C5CB3E0C0E00}"/>
              </a:ext>
            </a:extLst>
          </p:cNvPr>
          <p:cNvCxnSpPr>
            <a:cxnSpLocks/>
          </p:cNvCxnSpPr>
          <p:nvPr/>
        </p:nvCxnSpPr>
        <p:spPr>
          <a:xfrm>
            <a:off x="4617872" y="3588111"/>
            <a:ext cx="0" cy="6314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BF3907EF-5C64-0D84-DBDF-F65F9452E923}"/>
              </a:ext>
            </a:extLst>
          </p:cNvPr>
          <p:cNvCxnSpPr>
            <a:cxnSpLocks/>
            <a:endCxn id="34" idx="0"/>
          </p:cNvCxnSpPr>
          <p:nvPr/>
        </p:nvCxnSpPr>
        <p:spPr>
          <a:xfrm>
            <a:off x="5212260" y="4527772"/>
            <a:ext cx="213452" cy="939659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连接符: 肘形 40">
            <a:extLst>
              <a:ext uri="{FF2B5EF4-FFF2-40B4-BE49-F238E27FC236}">
                <a16:creationId xmlns:a16="http://schemas.microsoft.com/office/drawing/2014/main" id="{19173624-1168-1502-9115-863F57E88EE8}"/>
              </a:ext>
            </a:extLst>
          </p:cNvPr>
          <p:cNvCxnSpPr>
            <a:cxnSpLocks/>
            <a:endCxn id="33" idx="0"/>
          </p:cNvCxnSpPr>
          <p:nvPr/>
        </p:nvCxnSpPr>
        <p:spPr>
          <a:xfrm rot="10800000" flipV="1">
            <a:off x="3789825" y="4527772"/>
            <a:ext cx="233659" cy="93966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B7A55E15-81B9-B5BD-7803-22C95E8C663F}"/>
              </a:ext>
            </a:extLst>
          </p:cNvPr>
          <p:cNvSpPr/>
          <p:nvPr/>
        </p:nvSpPr>
        <p:spPr>
          <a:xfrm>
            <a:off x="7035362" y="1698220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A</a:t>
            </a:r>
            <a:endParaRPr lang="zh-CN" altLang="en-US" dirty="0"/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0EC40E1D-0E48-85A4-B876-5E43A86D0B32}"/>
              </a:ext>
            </a:extLst>
          </p:cNvPr>
          <p:cNvSpPr/>
          <p:nvPr/>
        </p:nvSpPr>
        <p:spPr>
          <a:xfrm>
            <a:off x="6314393" y="2991553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B1</a:t>
            </a:r>
            <a:endParaRPr lang="zh-CN" altLang="en-US" dirty="0"/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72BC7F1E-F714-CD44-944A-90615DB5C327}"/>
              </a:ext>
            </a:extLst>
          </p:cNvPr>
          <p:cNvSpPr/>
          <p:nvPr/>
        </p:nvSpPr>
        <p:spPr>
          <a:xfrm>
            <a:off x="7746446" y="2984843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B2</a:t>
            </a:r>
            <a:endParaRPr lang="zh-CN" altLang="en-US" dirty="0"/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C3C839F4-486A-CC35-9612-EB9F6423BEAB}"/>
              </a:ext>
            </a:extLst>
          </p:cNvPr>
          <p:cNvSpPr/>
          <p:nvPr/>
        </p:nvSpPr>
        <p:spPr>
          <a:xfrm>
            <a:off x="7041945" y="4216946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</a:t>
            </a:r>
            <a:endParaRPr lang="zh-CN" altLang="en-US" dirty="0"/>
          </a:p>
        </p:txBody>
      </p:sp>
      <p:cxnSp>
        <p:nvCxnSpPr>
          <p:cNvPr id="47" name="连接符: 肘形 46">
            <a:extLst>
              <a:ext uri="{FF2B5EF4-FFF2-40B4-BE49-F238E27FC236}">
                <a16:creationId xmlns:a16="http://schemas.microsoft.com/office/drawing/2014/main" id="{B03E9484-4DB5-90C2-AE68-8EE4E27E62F3}"/>
              </a:ext>
            </a:extLst>
          </p:cNvPr>
          <p:cNvCxnSpPr>
            <a:stCxn id="42" idx="3"/>
            <a:endCxn id="44" idx="0"/>
          </p:cNvCxnSpPr>
          <p:nvPr/>
        </p:nvCxnSpPr>
        <p:spPr>
          <a:xfrm>
            <a:off x="8224139" y="1999853"/>
            <a:ext cx="116696" cy="98499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连接符: 肘形 48">
            <a:extLst>
              <a:ext uri="{FF2B5EF4-FFF2-40B4-BE49-F238E27FC236}">
                <a16:creationId xmlns:a16="http://schemas.microsoft.com/office/drawing/2014/main" id="{8B39E9D3-0208-717E-C0FB-89D7717E3098}"/>
              </a:ext>
            </a:extLst>
          </p:cNvPr>
          <p:cNvCxnSpPr>
            <a:stCxn id="42" idx="1"/>
            <a:endCxn id="43" idx="0"/>
          </p:cNvCxnSpPr>
          <p:nvPr/>
        </p:nvCxnSpPr>
        <p:spPr>
          <a:xfrm rot="10800000" flipV="1">
            <a:off x="6908782" y="1999853"/>
            <a:ext cx="126580" cy="99170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6D8EAC4A-463D-6B30-A0BF-294F3083C056}"/>
              </a:ext>
            </a:extLst>
          </p:cNvPr>
          <p:cNvSpPr/>
          <p:nvPr/>
        </p:nvSpPr>
        <p:spPr>
          <a:xfrm>
            <a:off x="7035361" y="5510279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D</a:t>
            </a:r>
            <a:endParaRPr lang="zh-CN" altLang="en-US" dirty="0"/>
          </a:p>
        </p:txBody>
      </p:sp>
      <p:cxnSp>
        <p:nvCxnSpPr>
          <p:cNvPr id="54" name="连接符: 肘形 53">
            <a:extLst>
              <a:ext uri="{FF2B5EF4-FFF2-40B4-BE49-F238E27FC236}">
                <a16:creationId xmlns:a16="http://schemas.microsoft.com/office/drawing/2014/main" id="{AA58A1BA-B96F-A864-1A23-A7EF6DF1DA60}"/>
              </a:ext>
            </a:extLst>
          </p:cNvPr>
          <p:cNvCxnSpPr>
            <a:stCxn id="44" idx="2"/>
            <a:endCxn id="45" idx="0"/>
          </p:cNvCxnSpPr>
          <p:nvPr/>
        </p:nvCxnSpPr>
        <p:spPr>
          <a:xfrm rot="5400000">
            <a:off x="7674166" y="3550277"/>
            <a:ext cx="628838" cy="704501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连接符: 肘形 55">
            <a:extLst>
              <a:ext uri="{FF2B5EF4-FFF2-40B4-BE49-F238E27FC236}">
                <a16:creationId xmlns:a16="http://schemas.microsoft.com/office/drawing/2014/main" id="{D4B282CF-92CB-9B9A-6EAF-B5306A1B73E9}"/>
              </a:ext>
            </a:extLst>
          </p:cNvPr>
          <p:cNvCxnSpPr>
            <a:stCxn id="43" idx="2"/>
            <a:endCxn id="45" idx="0"/>
          </p:cNvCxnSpPr>
          <p:nvPr/>
        </p:nvCxnSpPr>
        <p:spPr>
          <a:xfrm rot="16200000" flipH="1">
            <a:off x="6961494" y="3542106"/>
            <a:ext cx="622128" cy="727552"/>
          </a:xfrm>
          <a:prstGeom prst="bentConnector3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10A8BCA5-47A4-43BF-5F12-C7422003269E}"/>
              </a:ext>
            </a:extLst>
          </p:cNvPr>
          <p:cNvCxnSpPr>
            <a:stCxn id="45" idx="2"/>
            <a:endCxn id="52" idx="0"/>
          </p:cNvCxnSpPr>
          <p:nvPr/>
        </p:nvCxnSpPr>
        <p:spPr>
          <a:xfrm flipH="1">
            <a:off x="7629750" y="4820211"/>
            <a:ext cx="6584" cy="6900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9" name="菱形 58">
            <a:extLst>
              <a:ext uri="{FF2B5EF4-FFF2-40B4-BE49-F238E27FC236}">
                <a16:creationId xmlns:a16="http://schemas.microsoft.com/office/drawing/2014/main" id="{DDD27C46-21F8-0F44-D44B-70094C475E49}"/>
              </a:ext>
            </a:extLst>
          </p:cNvPr>
          <p:cNvSpPr/>
          <p:nvPr/>
        </p:nvSpPr>
        <p:spPr>
          <a:xfrm>
            <a:off x="4030485" y="4216945"/>
            <a:ext cx="1163895" cy="603266"/>
          </a:xfrm>
          <a:prstGeom prst="diamond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900" dirty="0">
              <a:solidFill>
                <a:schemeClr val="dk1"/>
              </a:solidFill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00A525A4-E3C9-CDDF-F77B-101F0DF0335B}"/>
              </a:ext>
            </a:extLst>
          </p:cNvPr>
          <p:cNvSpPr txBox="1"/>
          <p:nvPr/>
        </p:nvSpPr>
        <p:spPr>
          <a:xfrm>
            <a:off x="1558990" y="4316414"/>
            <a:ext cx="61068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decision</a:t>
            </a:r>
            <a:endParaRPr lang="zh-CN" altLang="en-US" dirty="0"/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18E96D18-0E50-0549-48DF-57744664AA77}"/>
              </a:ext>
            </a:extLst>
          </p:cNvPr>
          <p:cNvSpPr/>
          <p:nvPr/>
        </p:nvSpPr>
        <p:spPr>
          <a:xfrm>
            <a:off x="10107566" y="1698220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A</a:t>
            </a:r>
            <a:endParaRPr lang="zh-CN" altLang="en-US" dirty="0"/>
          </a:p>
        </p:txBody>
      </p:sp>
      <p:sp>
        <p:nvSpPr>
          <p:cNvPr id="68" name="矩形: 圆角 67">
            <a:extLst>
              <a:ext uri="{FF2B5EF4-FFF2-40B4-BE49-F238E27FC236}">
                <a16:creationId xmlns:a16="http://schemas.microsoft.com/office/drawing/2014/main" id="{E37ED528-F93B-142E-3D01-B8A9E3A82E2D}"/>
              </a:ext>
            </a:extLst>
          </p:cNvPr>
          <p:cNvSpPr/>
          <p:nvPr/>
        </p:nvSpPr>
        <p:spPr>
          <a:xfrm>
            <a:off x="10107565" y="5510279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</a:t>
            </a:r>
            <a:endParaRPr lang="zh-CN" altLang="en-US" dirty="0"/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B284061C-1F00-4581-DD2E-0DF672004C85}"/>
              </a:ext>
            </a:extLst>
          </p:cNvPr>
          <p:cNvCxnSpPr>
            <a:cxnSpLocks/>
            <a:endCxn id="68" idx="0"/>
          </p:cNvCxnSpPr>
          <p:nvPr/>
        </p:nvCxnSpPr>
        <p:spPr>
          <a:xfrm flipH="1">
            <a:off x="10701954" y="4820211"/>
            <a:ext cx="6584" cy="6900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CA527B55-9B72-E9A6-424E-260796C5975E}"/>
              </a:ext>
            </a:extLst>
          </p:cNvPr>
          <p:cNvSpPr/>
          <p:nvPr/>
        </p:nvSpPr>
        <p:spPr>
          <a:xfrm>
            <a:off x="10107565" y="2948030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B</a:t>
            </a:r>
            <a:endParaRPr lang="zh-CN" altLang="en-US" dirty="0"/>
          </a:p>
        </p:txBody>
      </p:sp>
      <p:sp>
        <p:nvSpPr>
          <p:cNvPr id="75" name="菱形 74">
            <a:extLst>
              <a:ext uri="{FF2B5EF4-FFF2-40B4-BE49-F238E27FC236}">
                <a16:creationId xmlns:a16="http://schemas.microsoft.com/office/drawing/2014/main" id="{8DDD6B80-A9E8-4626-5CE9-62B07270CFE5}"/>
              </a:ext>
            </a:extLst>
          </p:cNvPr>
          <p:cNvSpPr/>
          <p:nvPr/>
        </p:nvSpPr>
        <p:spPr>
          <a:xfrm>
            <a:off x="10141541" y="4242210"/>
            <a:ext cx="1163895" cy="603266"/>
          </a:xfrm>
          <a:prstGeom prst="diamond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900" dirty="0">
              <a:solidFill>
                <a:schemeClr val="dk1"/>
              </a:solidFill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9E7AD0C4-6372-8C21-7B9C-C3A957A86E4A}"/>
              </a:ext>
            </a:extLst>
          </p:cNvPr>
          <p:cNvSpPr txBox="1"/>
          <p:nvPr/>
        </p:nvSpPr>
        <p:spPr>
          <a:xfrm>
            <a:off x="7672875" y="4265762"/>
            <a:ext cx="6106884" cy="54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altLang="zh-CN" dirty="0"/>
              <a:t>exit</a:t>
            </a:r>
          </a:p>
          <a:p>
            <a:pPr algn="ctr">
              <a:lnSpc>
                <a:spcPct val="80000"/>
              </a:lnSpc>
            </a:pPr>
            <a:r>
              <a:rPr lang="en-US" altLang="zh-CN" dirty="0"/>
              <a:t>loop?</a:t>
            </a:r>
            <a:endParaRPr lang="zh-CN" altLang="en-US" dirty="0"/>
          </a:p>
        </p:txBody>
      </p:sp>
      <p:cxnSp>
        <p:nvCxnSpPr>
          <p:cNvPr id="80" name="直接箭头连接符 79">
            <a:extLst>
              <a:ext uri="{FF2B5EF4-FFF2-40B4-BE49-F238E27FC236}">
                <a16:creationId xmlns:a16="http://schemas.microsoft.com/office/drawing/2014/main" id="{A39258CA-FC49-8D33-320C-5565E64D6D4B}"/>
              </a:ext>
            </a:extLst>
          </p:cNvPr>
          <p:cNvCxnSpPr>
            <a:cxnSpLocks/>
          </p:cNvCxnSpPr>
          <p:nvPr/>
        </p:nvCxnSpPr>
        <p:spPr>
          <a:xfrm flipH="1">
            <a:off x="10716904" y="3545441"/>
            <a:ext cx="6584" cy="6900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直接箭头连接符 80">
            <a:extLst>
              <a:ext uri="{FF2B5EF4-FFF2-40B4-BE49-F238E27FC236}">
                <a16:creationId xmlns:a16="http://schemas.microsoft.com/office/drawing/2014/main" id="{CBF2834C-D73F-D9ED-CCD5-76BB0FFF8971}"/>
              </a:ext>
            </a:extLst>
          </p:cNvPr>
          <p:cNvCxnSpPr>
            <a:cxnSpLocks/>
            <a:stCxn id="62" idx="2"/>
            <a:endCxn id="72" idx="0"/>
          </p:cNvCxnSpPr>
          <p:nvPr/>
        </p:nvCxnSpPr>
        <p:spPr>
          <a:xfrm flipH="1">
            <a:off x="10701954" y="2301485"/>
            <a:ext cx="1" cy="64654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连接符: 肘形 84">
            <a:extLst>
              <a:ext uri="{FF2B5EF4-FFF2-40B4-BE49-F238E27FC236}">
                <a16:creationId xmlns:a16="http://schemas.microsoft.com/office/drawing/2014/main" id="{FF9EF056-6AED-979B-CBED-C96C16B370DD}"/>
              </a:ext>
            </a:extLst>
          </p:cNvPr>
          <p:cNvCxnSpPr>
            <a:endCxn id="72" idx="3"/>
          </p:cNvCxnSpPr>
          <p:nvPr/>
        </p:nvCxnSpPr>
        <p:spPr>
          <a:xfrm rot="5400000" flipH="1" flipV="1">
            <a:off x="10649252" y="3896753"/>
            <a:ext cx="1294180" cy="12700"/>
          </a:xfrm>
          <a:prstGeom prst="bentConnector4">
            <a:avLst>
              <a:gd name="adj1" fmla="val 857"/>
              <a:gd name="adj2" fmla="val 2928575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文本框 87">
            <a:extLst>
              <a:ext uri="{FF2B5EF4-FFF2-40B4-BE49-F238E27FC236}">
                <a16:creationId xmlns:a16="http://schemas.microsoft.com/office/drawing/2014/main" id="{5233C6BF-735E-A6E0-BF98-8D9E7108E061}"/>
              </a:ext>
            </a:extLst>
          </p:cNvPr>
          <p:cNvSpPr txBox="1"/>
          <p:nvPr/>
        </p:nvSpPr>
        <p:spPr>
          <a:xfrm>
            <a:off x="10994780" y="3717861"/>
            <a:ext cx="16326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N</a:t>
            </a:r>
            <a:endParaRPr lang="zh-CN" altLang="en-US" dirty="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07C6CE10-7082-6C67-27D6-CAC4017D3A96}"/>
              </a:ext>
            </a:extLst>
          </p:cNvPr>
          <p:cNvSpPr txBox="1"/>
          <p:nvPr/>
        </p:nvSpPr>
        <p:spPr>
          <a:xfrm>
            <a:off x="10066141" y="4910848"/>
            <a:ext cx="16326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Y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841258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AB12FCA1-630B-E66C-92F1-7C468530AD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0743"/>
            <a:ext cx="12192000" cy="5948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3639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6CE19A88-6D4D-479B-184D-B8C7638C9EB8}"/>
              </a:ext>
            </a:extLst>
          </p:cNvPr>
          <p:cNvSpPr/>
          <p:nvPr/>
        </p:nvSpPr>
        <p:spPr>
          <a:xfrm>
            <a:off x="2265182" y="3465558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A</a:t>
            </a:r>
            <a:endParaRPr lang="zh-CN" altLang="en-US" dirty="0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10036C7D-9371-2C0B-B4D9-A05C90C003D9}"/>
              </a:ext>
            </a:extLst>
          </p:cNvPr>
          <p:cNvSpPr/>
          <p:nvPr/>
        </p:nvSpPr>
        <p:spPr>
          <a:xfrm>
            <a:off x="4907223" y="4062707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B1</a:t>
            </a:r>
            <a:endParaRPr lang="zh-CN" altLang="en-US" dirty="0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8A6A687C-8DBE-0F25-ECD4-597727E18114}"/>
              </a:ext>
            </a:extLst>
          </p:cNvPr>
          <p:cNvSpPr/>
          <p:nvPr/>
        </p:nvSpPr>
        <p:spPr>
          <a:xfrm>
            <a:off x="4907222" y="2856177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B2</a:t>
            </a:r>
            <a:endParaRPr lang="zh-CN" altLang="en-US" dirty="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F6F6A07C-121E-CCB2-EDDF-B7001B16D4F9}"/>
              </a:ext>
            </a:extLst>
          </p:cNvPr>
          <p:cNvSpPr/>
          <p:nvPr/>
        </p:nvSpPr>
        <p:spPr>
          <a:xfrm>
            <a:off x="7494214" y="3455685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</a:t>
            </a:r>
            <a:endParaRPr lang="zh-CN" altLang="en-US" dirty="0"/>
          </a:p>
        </p:txBody>
      </p:sp>
      <p:cxnSp>
        <p:nvCxnSpPr>
          <p:cNvPr id="8" name="连接符: 肘形 7">
            <a:extLst>
              <a:ext uri="{FF2B5EF4-FFF2-40B4-BE49-F238E27FC236}">
                <a16:creationId xmlns:a16="http://schemas.microsoft.com/office/drawing/2014/main" id="{1D3EFD3B-9FEE-4DEB-7819-5DF99123AA80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 flipV="1">
            <a:off x="3453959" y="3157810"/>
            <a:ext cx="1453263" cy="609381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连接符: 肘形 8">
            <a:extLst>
              <a:ext uri="{FF2B5EF4-FFF2-40B4-BE49-F238E27FC236}">
                <a16:creationId xmlns:a16="http://schemas.microsoft.com/office/drawing/2014/main" id="{68B98ED1-1F52-F565-6D16-00CA4631A66A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3453959" y="3767191"/>
            <a:ext cx="1453264" cy="597149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8C9B576D-8A77-A32A-801E-C9FEB8B06BF2}"/>
              </a:ext>
            </a:extLst>
          </p:cNvPr>
          <p:cNvSpPr/>
          <p:nvPr/>
        </p:nvSpPr>
        <p:spPr>
          <a:xfrm>
            <a:off x="9515310" y="3455685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D</a:t>
            </a:r>
            <a:endParaRPr lang="zh-CN" altLang="en-US" dirty="0"/>
          </a:p>
        </p:txBody>
      </p:sp>
      <p:cxnSp>
        <p:nvCxnSpPr>
          <p:cNvPr id="11" name="连接符: 肘形 10">
            <a:extLst>
              <a:ext uri="{FF2B5EF4-FFF2-40B4-BE49-F238E27FC236}">
                <a16:creationId xmlns:a16="http://schemas.microsoft.com/office/drawing/2014/main" id="{85931A43-166F-F639-011D-B7CD0B62C194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6095999" y="3157810"/>
            <a:ext cx="1398215" cy="599508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连接符: 肘形 11">
            <a:extLst>
              <a:ext uri="{FF2B5EF4-FFF2-40B4-BE49-F238E27FC236}">
                <a16:creationId xmlns:a16="http://schemas.microsoft.com/office/drawing/2014/main" id="{EDDE7AA3-946C-2CAC-CA21-CAF83729B407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 flipV="1">
            <a:off x="6096000" y="3757318"/>
            <a:ext cx="1398214" cy="607022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B0F15DC8-BA86-D30C-58BB-7FD1590D9EAB}"/>
              </a:ext>
            </a:extLst>
          </p:cNvPr>
          <p:cNvCxnSpPr>
            <a:cxnSpLocks/>
            <a:stCxn id="7" idx="3"/>
            <a:endCxn id="10" idx="1"/>
          </p:cNvCxnSpPr>
          <p:nvPr/>
        </p:nvCxnSpPr>
        <p:spPr>
          <a:xfrm>
            <a:off x="8682991" y="3757318"/>
            <a:ext cx="83231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9" name="矩形 58">
            <a:extLst>
              <a:ext uri="{FF2B5EF4-FFF2-40B4-BE49-F238E27FC236}">
                <a16:creationId xmlns:a16="http://schemas.microsoft.com/office/drawing/2014/main" id="{3A3325FC-9767-39C8-983D-5172C0BA342C}"/>
              </a:ext>
            </a:extLst>
          </p:cNvPr>
          <p:cNvSpPr/>
          <p:nvPr/>
        </p:nvSpPr>
        <p:spPr>
          <a:xfrm>
            <a:off x="4998721" y="1391952"/>
            <a:ext cx="2377439" cy="775062"/>
          </a:xfrm>
          <a:prstGeom prst="rect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dk1"/>
                </a:solidFill>
              </a:rPr>
              <a:t>Orchestrator</a:t>
            </a:r>
            <a:endParaRPr lang="zh-CN" altLang="en-US" dirty="0">
              <a:solidFill>
                <a:schemeClr val="dk1"/>
              </a:solidFill>
            </a:endParaRPr>
          </a:p>
        </p:txBody>
      </p: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8195100B-8471-A09B-EE5E-134613F3C5D5}"/>
              </a:ext>
            </a:extLst>
          </p:cNvPr>
          <p:cNvCxnSpPr>
            <a:cxnSpLocks/>
            <a:endCxn id="4" idx="0"/>
          </p:cNvCxnSpPr>
          <p:nvPr/>
        </p:nvCxnSpPr>
        <p:spPr>
          <a:xfrm flipH="1">
            <a:off x="2859571" y="2206906"/>
            <a:ext cx="2921149" cy="1258652"/>
          </a:xfrm>
          <a:prstGeom prst="straightConnector1">
            <a:avLst/>
          </a:prstGeom>
          <a:ln w="38100"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C56A4481-C9FB-637B-A657-26EDC0EB8B98}"/>
              </a:ext>
            </a:extLst>
          </p:cNvPr>
          <p:cNvCxnSpPr>
            <a:cxnSpLocks/>
            <a:endCxn id="6" idx="0"/>
          </p:cNvCxnSpPr>
          <p:nvPr/>
        </p:nvCxnSpPr>
        <p:spPr>
          <a:xfrm flipH="1">
            <a:off x="5501611" y="2167014"/>
            <a:ext cx="516012" cy="689163"/>
          </a:xfrm>
          <a:prstGeom prst="straightConnector1">
            <a:avLst/>
          </a:prstGeom>
          <a:ln w="38100"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0C7A7301-F8D2-812A-4EE2-845FFD9CD773}"/>
              </a:ext>
            </a:extLst>
          </p:cNvPr>
          <p:cNvCxnSpPr>
            <a:cxnSpLocks/>
            <a:stCxn id="59" idx="2"/>
            <a:endCxn id="5" idx="0"/>
          </p:cNvCxnSpPr>
          <p:nvPr/>
        </p:nvCxnSpPr>
        <p:spPr>
          <a:xfrm flipH="1">
            <a:off x="5501612" y="2167014"/>
            <a:ext cx="685829" cy="1895693"/>
          </a:xfrm>
          <a:prstGeom prst="straightConnector1">
            <a:avLst/>
          </a:prstGeom>
          <a:ln w="38100"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接箭头连接符 74">
            <a:extLst>
              <a:ext uri="{FF2B5EF4-FFF2-40B4-BE49-F238E27FC236}">
                <a16:creationId xmlns:a16="http://schemas.microsoft.com/office/drawing/2014/main" id="{35403653-A98E-E42A-D831-987037012D8F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6332902" y="2206906"/>
            <a:ext cx="1755701" cy="1248779"/>
          </a:xfrm>
          <a:prstGeom prst="straightConnector1">
            <a:avLst/>
          </a:prstGeom>
          <a:ln w="38100"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接箭头连接符 79">
            <a:extLst>
              <a:ext uri="{FF2B5EF4-FFF2-40B4-BE49-F238E27FC236}">
                <a16:creationId xmlns:a16="http://schemas.microsoft.com/office/drawing/2014/main" id="{356E2107-22B4-5646-AB0E-3735CAE3D30D}"/>
              </a:ext>
            </a:extLst>
          </p:cNvPr>
          <p:cNvCxnSpPr>
            <a:cxnSpLocks/>
            <a:endCxn id="10" idx="0"/>
          </p:cNvCxnSpPr>
          <p:nvPr/>
        </p:nvCxnSpPr>
        <p:spPr>
          <a:xfrm>
            <a:off x="6612010" y="2206906"/>
            <a:ext cx="3497689" cy="1248779"/>
          </a:xfrm>
          <a:prstGeom prst="straightConnector1">
            <a:avLst/>
          </a:prstGeom>
          <a:ln w="38100"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0A54B276-3F52-FA4B-C5F1-ABC92E5A0E4D}"/>
              </a:ext>
            </a:extLst>
          </p:cNvPr>
          <p:cNvCxnSpPr>
            <a:cxnSpLocks/>
          </p:cNvCxnSpPr>
          <p:nvPr/>
        </p:nvCxnSpPr>
        <p:spPr>
          <a:xfrm>
            <a:off x="6831094" y="4634072"/>
            <a:ext cx="1275806" cy="0"/>
          </a:xfrm>
          <a:prstGeom prst="straightConnector1">
            <a:avLst/>
          </a:prstGeom>
          <a:ln w="38100"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90D95E66-1EC7-6D4C-DAB5-726E179AB8BB}"/>
              </a:ext>
            </a:extLst>
          </p:cNvPr>
          <p:cNvCxnSpPr>
            <a:cxnSpLocks/>
          </p:cNvCxnSpPr>
          <p:nvPr/>
        </p:nvCxnSpPr>
        <p:spPr>
          <a:xfrm>
            <a:off x="6831094" y="5001016"/>
            <a:ext cx="1275806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0" name="文本框 89">
            <a:extLst>
              <a:ext uri="{FF2B5EF4-FFF2-40B4-BE49-F238E27FC236}">
                <a16:creationId xmlns:a16="http://schemas.microsoft.com/office/drawing/2014/main" id="{EBAD6D2D-5C04-0CC3-4686-45D230CA3C52}"/>
              </a:ext>
            </a:extLst>
          </p:cNvPr>
          <p:cNvSpPr txBox="1"/>
          <p:nvPr/>
        </p:nvSpPr>
        <p:spPr>
          <a:xfrm>
            <a:off x="7833057" y="4815143"/>
            <a:ext cx="26317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Control Dependency</a:t>
            </a:r>
            <a:endParaRPr lang="zh-CN" altLang="en-US" dirty="0">
              <a:solidFill>
                <a:schemeClr val="dk1"/>
              </a:solidFill>
            </a:endParaRPr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FEE9D403-6611-F6E6-00A8-3611B51E7F4A}"/>
              </a:ext>
            </a:extLst>
          </p:cNvPr>
          <p:cNvSpPr txBox="1"/>
          <p:nvPr/>
        </p:nvSpPr>
        <p:spPr>
          <a:xfrm>
            <a:off x="7985457" y="4439522"/>
            <a:ext cx="18951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Invoke / Return</a:t>
            </a:r>
            <a:endParaRPr lang="zh-CN" altLang="en-US" dirty="0">
              <a:solidFill>
                <a:schemeClr val="dk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96599D6C-C09A-4A15-A3A0-3FE66377AA6D}"/>
              </a:ext>
            </a:extLst>
          </p:cNvPr>
          <p:cNvSpPr txBox="1"/>
          <p:nvPr/>
        </p:nvSpPr>
        <p:spPr>
          <a:xfrm>
            <a:off x="2653206" y="3462500"/>
            <a:ext cx="22951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/>
              <a:t>fork</a:t>
            </a:r>
            <a:endParaRPr lang="zh-CN" altLang="en-US" sz="1600" dirty="0">
              <a:solidFill>
                <a:schemeClr val="dk1"/>
              </a:solidFill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64DAF87D-732B-9C5D-A57B-9859FBAD8DB9}"/>
              </a:ext>
            </a:extLst>
          </p:cNvPr>
          <p:cNvSpPr txBox="1"/>
          <p:nvPr/>
        </p:nvSpPr>
        <p:spPr>
          <a:xfrm>
            <a:off x="5977306" y="3412476"/>
            <a:ext cx="22951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/>
              <a:t>join</a:t>
            </a:r>
            <a:endParaRPr lang="zh-CN" altLang="en-US" sz="1600" dirty="0">
              <a:solidFill>
                <a:schemeClr val="dk1"/>
              </a:solidFill>
            </a:endParaRP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321B6F11-307D-EA7F-3FE7-8B26A06FABCA}"/>
              </a:ext>
            </a:extLst>
          </p:cNvPr>
          <p:cNvSpPr txBox="1"/>
          <p:nvPr/>
        </p:nvSpPr>
        <p:spPr>
          <a:xfrm>
            <a:off x="5994723" y="3790125"/>
            <a:ext cx="22951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/>
              <a:t>wait-all</a:t>
            </a:r>
            <a:endParaRPr lang="zh-CN" altLang="en-US" sz="1600" dirty="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34988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组合 83">
            <a:extLst>
              <a:ext uri="{FF2B5EF4-FFF2-40B4-BE49-F238E27FC236}">
                <a16:creationId xmlns:a16="http://schemas.microsoft.com/office/drawing/2014/main" id="{38677326-6D13-CB27-5F03-9C1AEF727263}"/>
              </a:ext>
            </a:extLst>
          </p:cNvPr>
          <p:cNvGrpSpPr/>
          <p:nvPr/>
        </p:nvGrpSpPr>
        <p:grpSpPr>
          <a:xfrm>
            <a:off x="3318567" y="2009470"/>
            <a:ext cx="5806440" cy="2468227"/>
            <a:chOff x="3274850" y="1511590"/>
            <a:chExt cx="5806440" cy="3749040"/>
          </a:xfrm>
        </p:grpSpPr>
        <p:sp>
          <p:nvSpPr>
            <p:cNvPr id="16" name="Shape 12">
              <a:extLst>
                <a:ext uri="{FF2B5EF4-FFF2-40B4-BE49-F238E27FC236}">
                  <a16:creationId xmlns:a16="http://schemas.microsoft.com/office/drawing/2014/main" id="{BE7DAD37-A1A8-2BF6-0C8A-4F2215C8021A}"/>
                </a:ext>
              </a:extLst>
            </p:cNvPr>
            <p:cNvSpPr/>
            <p:nvPr/>
          </p:nvSpPr>
          <p:spPr>
            <a:xfrm>
              <a:off x="3274850" y="1511590"/>
              <a:ext cx="5806440" cy="3749040"/>
            </a:xfrm>
            <a:prstGeom prst="roundRect">
              <a:avLst/>
            </a:prstGeom>
            <a:solidFill>
              <a:srgbClr val="F8FAFC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7" name="Text 13">
              <a:extLst>
                <a:ext uri="{FF2B5EF4-FFF2-40B4-BE49-F238E27FC236}">
                  <a16:creationId xmlns:a16="http://schemas.microsoft.com/office/drawing/2014/main" id="{7797F42C-C1E2-9E40-67A7-1DDEFD6275F5}"/>
                </a:ext>
              </a:extLst>
            </p:cNvPr>
            <p:cNvSpPr/>
            <p:nvPr/>
          </p:nvSpPr>
          <p:spPr>
            <a:xfrm>
              <a:off x="4635624" y="1597370"/>
              <a:ext cx="3063240" cy="59436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ctr">
                <a:buNone/>
              </a:pPr>
              <a:r>
                <a:rPr lang="en-US" sz="2000" dirty="0">
                  <a:solidFill>
                    <a:schemeClr val="dk1"/>
                  </a:solidFill>
                </a:rPr>
                <a:t>Controller 𝓒</a:t>
              </a:r>
            </a:p>
          </p:txBody>
        </p:sp>
      </p:grpSp>
      <p:grpSp>
        <p:nvGrpSpPr>
          <p:cNvPr id="85" name="组合 84">
            <a:extLst>
              <a:ext uri="{FF2B5EF4-FFF2-40B4-BE49-F238E27FC236}">
                <a16:creationId xmlns:a16="http://schemas.microsoft.com/office/drawing/2014/main" id="{D6A6C37A-6789-B05B-799E-AAB770F4C97C}"/>
              </a:ext>
            </a:extLst>
          </p:cNvPr>
          <p:cNvGrpSpPr/>
          <p:nvPr/>
        </p:nvGrpSpPr>
        <p:grpSpPr>
          <a:xfrm>
            <a:off x="3467010" y="2546478"/>
            <a:ext cx="2395324" cy="667708"/>
            <a:chOff x="3489960" y="2446020"/>
            <a:chExt cx="1325880" cy="960120"/>
          </a:xfrm>
        </p:grpSpPr>
        <p:sp>
          <p:nvSpPr>
            <p:cNvPr id="19" name="Shape 15">
              <a:extLst>
                <a:ext uri="{FF2B5EF4-FFF2-40B4-BE49-F238E27FC236}">
                  <a16:creationId xmlns:a16="http://schemas.microsoft.com/office/drawing/2014/main" id="{2984075E-D2FD-C4EF-BCE0-178548926777}"/>
                </a:ext>
              </a:extLst>
            </p:cNvPr>
            <p:cNvSpPr/>
            <p:nvPr/>
          </p:nvSpPr>
          <p:spPr>
            <a:xfrm>
              <a:off x="3489960" y="2446020"/>
              <a:ext cx="1325880" cy="960120"/>
            </a:xfrm>
            <a:prstGeom prst="roundRect">
              <a:avLst/>
            </a:prstGeom>
            <a:solidFill>
              <a:srgbClr val="EEF2FF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0" name="Text 16">
              <a:extLst>
                <a:ext uri="{FF2B5EF4-FFF2-40B4-BE49-F238E27FC236}">
                  <a16:creationId xmlns:a16="http://schemas.microsoft.com/office/drawing/2014/main" id="{256C8D91-6D8A-1018-1BAE-4F548A6805AC}"/>
                </a:ext>
              </a:extLst>
            </p:cNvPr>
            <p:cNvSpPr/>
            <p:nvPr/>
          </p:nvSpPr>
          <p:spPr>
            <a:xfrm>
              <a:off x="3581400" y="2516786"/>
              <a:ext cx="1143000" cy="8686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Predictor</a:t>
              </a:r>
            </a:p>
            <a:p>
              <a:pPr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𝓟</a:t>
              </a:r>
            </a:p>
          </p:txBody>
        </p:sp>
      </p:grpSp>
      <p:sp>
        <p:nvSpPr>
          <p:cNvPr id="21" name="Shape 17">
            <a:extLst>
              <a:ext uri="{FF2B5EF4-FFF2-40B4-BE49-F238E27FC236}">
                <a16:creationId xmlns:a16="http://schemas.microsoft.com/office/drawing/2014/main" id="{B2A87D4C-30A9-D198-84D8-5288C3BC6468}"/>
              </a:ext>
            </a:extLst>
          </p:cNvPr>
          <p:cNvSpPr/>
          <p:nvPr/>
        </p:nvSpPr>
        <p:spPr>
          <a:xfrm>
            <a:off x="6627132" y="2549175"/>
            <a:ext cx="2395324" cy="6677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334155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Gating &amp; Budgeting</a:t>
            </a:r>
          </a:p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𝓖</a:t>
            </a: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BD89ED18-852B-9F68-44E8-B4A56DD14102}"/>
              </a:ext>
            </a:extLst>
          </p:cNvPr>
          <p:cNvSpPr/>
          <p:nvPr/>
        </p:nvSpPr>
        <p:spPr>
          <a:xfrm>
            <a:off x="6359136" y="2733927"/>
            <a:ext cx="1583255" cy="604117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23" name="Shape 19">
            <a:extLst>
              <a:ext uri="{FF2B5EF4-FFF2-40B4-BE49-F238E27FC236}">
                <a16:creationId xmlns:a16="http://schemas.microsoft.com/office/drawing/2014/main" id="{275F669F-DB96-ACC1-6498-F2D040AF1415}"/>
              </a:ext>
            </a:extLst>
          </p:cNvPr>
          <p:cNvSpPr/>
          <p:nvPr/>
        </p:nvSpPr>
        <p:spPr>
          <a:xfrm>
            <a:off x="6627132" y="3586068"/>
            <a:ext cx="2395324" cy="667708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334155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Buffer</a:t>
            </a:r>
          </a:p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𝓑</a:t>
            </a:r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9927649A-4D34-2956-6047-7185D0E0B6FB}"/>
              </a:ext>
            </a:extLst>
          </p:cNvPr>
          <p:cNvSpPr/>
          <p:nvPr/>
        </p:nvSpPr>
        <p:spPr>
          <a:xfrm>
            <a:off x="3564077" y="4192513"/>
            <a:ext cx="1143000" cy="8686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AEA9170F-F207-2B86-5BCB-C4AA2E34D0AC}"/>
              </a:ext>
            </a:extLst>
          </p:cNvPr>
          <p:cNvSpPr/>
          <p:nvPr/>
        </p:nvSpPr>
        <p:spPr>
          <a:xfrm>
            <a:off x="3467009" y="3587277"/>
            <a:ext cx="2395325" cy="66770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334155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Validation  &amp; Recovery</a:t>
            </a:r>
          </a:p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𝓡</a:t>
            </a:r>
          </a:p>
          <a:p>
            <a:endParaRPr lang="zh-CN" altLang="en-US" dirty="0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AE2B91C2-CBD2-9484-57B7-4559BC724F7F}"/>
              </a:ext>
            </a:extLst>
          </p:cNvPr>
          <p:cNvSpPr/>
          <p:nvPr/>
        </p:nvSpPr>
        <p:spPr>
          <a:xfrm>
            <a:off x="5822597" y="4375195"/>
            <a:ext cx="3388114" cy="8686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40" name="Shape 36">
            <a:extLst>
              <a:ext uri="{FF2B5EF4-FFF2-40B4-BE49-F238E27FC236}">
                <a16:creationId xmlns:a16="http://schemas.microsoft.com/office/drawing/2014/main" id="{4B412775-9F75-0EB1-2180-4783B5B3E0CF}"/>
              </a:ext>
            </a:extLst>
          </p:cNvPr>
          <p:cNvSpPr/>
          <p:nvPr/>
        </p:nvSpPr>
        <p:spPr>
          <a:xfrm>
            <a:off x="5988901" y="5002933"/>
            <a:ext cx="3154680" cy="4119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334155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pPr algn="ctr"/>
            <a:r>
              <a:rPr lang="en-US" altLang="zh-CN" dirty="0">
                <a:solidFill>
                  <a:schemeClr val="dk1"/>
                </a:solidFill>
              </a:rPr>
              <a:t>External State</a:t>
            </a:r>
          </a:p>
        </p:txBody>
      </p:sp>
      <p:sp>
        <p:nvSpPr>
          <p:cNvPr id="41" name="Text 37">
            <a:extLst>
              <a:ext uri="{FF2B5EF4-FFF2-40B4-BE49-F238E27FC236}">
                <a16:creationId xmlns:a16="http://schemas.microsoft.com/office/drawing/2014/main" id="{315DB343-B753-2A02-9112-7E2D7F44DE51}"/>
              </a:ext>
            </a:extLst>
          </p:cNvPr>
          <p:cNvSpPr/>
          <p:nvPr/>
        </p:nvSpPr>
        <p:spPr>
          <a:xfrm>
            <a:off x="4735887" y="504805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n-US" dirty="0">
              <a:solidFill>
                <a:schemeClr val="dk1"/>
              </a:solidFill>
            </a:endParaRPr>
          </a:p>
        </p:txBody>
      </p:sp>
      <p:grpSp>
        <p:nvGrpSpPr>
          <p:cNvPr id="129" name="组合 128">
            <a:extLst>
              <a:ext uri="{FF2B5EF4-FFF2-40B4-BE49-F238E27FC236}">
                <a16:creationId xmlns:a16="http://schemas.microsoft.com/office/drawing/2014/main" id="{2AD12AA8-5D3A-9467-EA63-EDF6AE90D9CA}"/>
              </a:ext>
            </a:extLst>
          </p:cNvPr>
          <p:cNvGrpSpPr/>
          <p:nvPr/>
        </p:nvGrpSpPr>
        <p:grpSpPr>
          <a:xfrm>
            <a:off x="9805852" y="1639757"/>
            <a:ext cx="2331720" cy="2948798"/>
            <a:chOff x="9629503" y="1623659"/>
            <a:chExt cx="2331720" cy="2948798"/>
          </a:xfrm>
        </p:grpSpPr>
        <p:sp>
          <p:nvSpPr>
            <p:cNvPr id="33" name="Text 29">
              <a:extLst>
                <a:ext uri="{FF2B5EF4-FFF2-40B4-BE49-F238E27FC236}">
                  <a16:creationId xmlns:a16="http://schemas.microsoft.com/office/drawing/2014/main" id="{F9930F05-9FFD-4040-FA90-39BA8B55D097}"/>
                </a:ext>
              </a:extLst>
            </p:cNvPr>
            <p:cNvSpPr/>
            <p:nvPr/>
          </p:nvSpPr>
          <p:spPr>
            <a:xfrm>
              <a:off x="9629503" y="1623659"/>
              <a:ext cx="233172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600" b="1" dirty="0">
                  <a:solidFill>
                    <a:srgbClr val="334155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Function Instances</a:t>
              </a:r>
              <a:endParaRPr lang="en-US" sz="1600" b="1" dirty="0"/>
            </a:p>
          </p:txBody>
        </p:sp>
        <p:sp>
          <p:nvSpPr>
            <p:cNvPr id="31" name="Shape 27">
              <a:extLst>
                <a:ext uri="{FF2B5EF4-FFF2-40B4-BE49-F238E27FC236}">
                  <a16:creationId xmlns:a16="http://schemas.microsoft.com/office/drawing/2014/main" id="{70BB2613-66AD-8CAE-1856-539DA4978043}"/>
                </a:ext>
              </a:extLst>
            </p:cNvPr>
            <p:cNvSpPr/>
            <p:nvPr/>
          </p:nvSpPr>
          <p:spPr>
            <a:xfrm>
              <a:off x="9629503" y="1966417"/>
              <a:ext cx="2331720" cy="2606040"/>
            </a:xfrm>
            <a:prstGeom prst="roundRect">
              <a:avLst/>
            </a:prstGeom>
            <a:solidFill>
              <a:srgbClr val="F1F5F9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34" name="Shape 30">
              <a:extLst>
                <a:ext uri="{FF2B5EF4-FFF2-40B4-BE49-F238E27FC236}">
                  <a16:creationId xmlns:a16="http://schemas.microsoft.com/office/drawing/2014/main" id="{13E49B70-BC5F-6E6C-9019-81176F445DA3}"/>
                </a:ext>
              </a:extLst>
            </p:cNvPr>
            <p:cNvSpPr/>
            <p:nvPr/>
          </p:nvSpPr>
          <p:spPr>
            <a:xfrm>
              <a:off x="9812383" y="2240737"/>
              <a:ext cx="1965960" cy="53035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5" name="Text 31">
              <a:extLst>
                <a:ext uri="{FF2B5EF4-FFF2-40B4-BE49-F238E27FC236}">
                  <a16:creationId xmlns:a16="http://schemas.microsoft.com/office/drawing/2014/main" id="{677EF4C9-2365-83A6-77BB-2DF3C25A5492}"/>
                </a:ext>
              </a:extLst>
            </p:cNvPr>
            <p:cNvSpPr/>
            <p:nvPr/>
          </p:nvSpPr>
          <p:spPr>
            <a:xfrm>
              <a:off x="9903823" y="2286457"/>
              <a:ext cx="1783080" cy="43891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Normal</a:t>
              </a:r>
            </a:p>
          </p:txBody>
        </p:sp>
        <p:sp>
          <p:nvSpPr>
            <p:cNvPr id="36" name="Shape 32">
              <a:extLst>
                <a:ext uri="{FF2B5EF4-FFF2-40B4-BE49-F238E27FC236}">
                  <a16:creationId xmlns:a16="http://schemas.microsoft.com/office/drawing/2014/main" id="{CE9A3ACE-CD4C-527F-276F-26F49344B259}"/>
                </a:ext>
              </a:extLst>
            </p:cNvPr>
            <p:cNvSpPr/>
            <p:nvPr/>
          </p:nvSpPr>
          <p:spPr>
            <a:xfrm>
              <a:off x="9812383" y="2944825"/>
              <a:ext cx="1965960" cy="53035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37" name="Text 33">
              <a:extLst>
                <a:ext uri="{FF2B5EF4-FFF2-40B4-BE49-F238E27FC236}">
                  <a16:creationId xmlns:a16="http://schemas.microsoft.com/office/drawing/2014/main" id="{B58A918D-A321-5480-3757-03E56D2E1A00}"/>
                </a:ext>
              </a:extLst>
            </p:cNvPr>
            <p:cNvSpPr/>
            <p:nvPr/>
          </p:nvSpPr>
          <p:spPr>
            <a:xfrm>
              <a:off x="9903823" y="2990545"/>
              <a:ext cx="1783080" cy="43891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Spec</a:t>
              </a:r>
            </a:p>
          </p:txBody>
        </p:sp>
        <p:sp>
          <p:nvSpPr>
            <p:cNvPr id="38" name="Shape 34">
              <a:extLst>
                <a:ext uri="{FF2B5EF4-FFF2-40B4-BE49-F238E27FC236}">
                  <a16:creationId xmlns:a16="http://schemas.microsoft.com/office/drawing/2014/main" id="{A1986CEE-1409-4BEB-58CC-B6F12CC40CCE}"/>
                </a:ext>
              </a:extLst>
            </p:cNvPr>
            <p:cNvSpPr/>
            <p:nvPr/>
          </p:nvSpPr>
          <p:spPr>
            <a:xfrm>
              <a:off x="9812383" y="3648913"/>
              <a:ext cx="1965960" cy="53035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9" name="Text 35">
              <a:extLst>
                <a:ext uri="{FF2B5EF4-FFF2-40B4-BE49-F238E27FC236}">
                  <a16:creationId xmlns:a16="http://schemas.microsoft.com/office/drawing/2014/main" id="{29B49F60-7EA0-EDE3-C15A-2420B7630F10}"/>
                </a:ext>
              </a:extLst>
            </p:cNvPr>
            <p:cNvSpPr/>
            <p:nvPr/>
          </p:nvSpPr>
          <p:spPr>
            <a:xfrm>
              <a:off x="9903823" y="3694633"/>
              <a:ext cx="1783080" cy="43891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Commit</a:t>
              </a:r>
            </a:p>
          </p:txBody>
        </p:sp>
      </p:grpSp>
      <p:grpSp>
        <p:nvGrpSpPr>
          <p:cNvPr id="83" name="组合 82">
            <a:extLst>
              <a:ext uri="{FF2B5EF4-FFF2-40B4-BE49-F238E27FC236}">
                <a16:creationId xmlns:a16="http://schemas.microsoft.com/office/drawing/2014/main" id="{DFCA2AD1-7029-65B0-88D5-DD0D714944FE}"/>
              </a:ext>
            </a:extLst>
          </p:cNvPr>
          <p:cNvGrpSpPr/>
          <p:nvPr/>
        </p:nvGrpSpPr>
        <p:grpSpPr>
          <a:xfrm>
            <a:off x="101781" y="2286457"/>
            <a:ext cx="2736669" cy="1828606"/>
            <a:chOff x="113211" y="1929841"/>
            <a:chExt cx="2736669" cy="1828606"/>
          </a:xfrm>
        </p:grpSpPr>
        <p:sp>
          <p:nvSpPr>
            <p:cNvPr id="5" name="Shape 1">
              <a:extLst>
                <a:ext uri="{FF2B5EF4-FFF2-40B4-BE49-F238E27FC236}">
                  <a16:creationId xmlns:a16="http://schemas.microsoft.com/office/drawing/2014/main" id="{617F978E-4CC9-21DB-A1A5-8479C2B4B4BC}"/>
                </a:ext>
              </a:extLst>
            </p:cNvPr>
            <p:cNvSpPr/>
            <p:nvPr/>
          </p:nvSpPr>
          <p:spPr>
            <a:xfrm>
              <a:off x="113211" y="1929841"/>
              <a:ext cx="2736669" cy="1828606"/>
            </a:xfrm>
            <a:prstGeom prst="roundRect">
              <a:avLst/>
            </a:prstGeom>
            <a:solidFill>
              <a:srgbClr val="F1F5F9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" name="Text 2">
              <a:extLst>
                <a:ext uri="{FF2B5EF4-FFF2-40B4-BE49-F238E27FC236}">
                  <a16:creationId xmlns:a16="http://schemas.microsoft.com/office/drawing/2014/main" id="{8C97E19C-EDF3-8987-3B47-53F26427482F}"/>
                </a:ext>
              </a:extLst>
            </p:cNvPr>
            <p:cNvSpPr/>
            <p:nvPr/>
          </p:nvSpPr>
          <p:spPr>
            <a:xfrm>
              <a:off x="425591" y="1985337"/>
              <a:ext cx="2148840" cy="39822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Workflow Spec 𝓦</a:t>
              </a:r>
            </a:p>
          </p:txBody>
        </p:sp>
        <p:grpSp>
          <p:nvGrpSpPr>
            <p:cNvPr id="82" name="组合 81">
              <a:extLst>
                <a:ext uri="{FF2B5EF4-FFF2-40B4-BE49-F238E27FC236}">
                  <a16:creationId xmlns:a16="http://schemas.microsoft.com/office/drawing/2014/main" id="{069C6B18-A234-1DFE-9D13-FC606F1945DB}"/>
                </a:ext>
              </a:extLst>
            </p:cNvPr>
            <p:cNvGrpSpPr/>
            <p:nvPr/>
          </p:nvGrpSpPr>
          <p:grpSpPr>
            <a:xfrm>
              <a:off x="223563" y="2436876"/>
              <a:ext cx="2494055" cy="1090159"/>
              <a:chOff x="755875" y="5441726"/>
              <a:chExt cx="2494055" cy="1090159"/>
            </a:xfrm>
          </p:grpSpPr>
          <p:sp>
            <p:nvSpPr>
              <p:cNvPr id="60" name="矩形: 圆角 59">
                <a:extLst>
                  <a:ext uri="{FF2B5EF4-FFF2-40B4-BE49-F238E27FC236}">
                    <a16:creationId xmlns:a16="http://schemas.microsoft.com/office/drawing/2014/main" id="{81DE4F76-B578-FE61-5EC0-CF69EB9094DC}"/>
                  </a:ext>
                </a:extLst>
              </p:cNvPr>
              <p:cNvSpPr/>
              <p:nvPr/>
            </p:nvSpPr>
            <p:spPr>
              <a:xfrm>
                <a:off x="1764030" y="6207448"/>
                <a:ext cx="480117" cy="324437"/>
              </a:xfrm>
              <a:prstGeom prst="roundRect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B1</a:t>
                </a:r>
                <a:endParaRPr lang="zh-CN" altLang="en-US" dirty="0"/>
              </a:p>
            </p:txBody>
          </p:sp>
          <p:sp>
            <p:nvSpPr>
              <p:cNvPr id="61" name="矩形: 圆角 60">
                <a:extLst>
                  <a:ext uri="{FF2B5EF4-FFF2-40B4-BE49-F238E27FC236}">
                    <a16:creationId xmlns:a16="http://schemas.microsoft.com/office/drawing/2014/main" id="{E6FFC25E-84C7-494F-42F4-D73FF6A83187}"/>
                  </a:ext>
                </a:extLst>
              </p:cNvPr>
              <p:cNvSpPr/>
              <p:nvPr/>
            </p:nvSpPr>
            <p:spPr>
              <a:xfrm>
                <a:off x="1764029" y="5441726"/>
                <a:ext cx="480118" cy="324437"/>
              </a:xfrm>
              <a:prstGeom prst="roundRect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B2</a:t>
                </a:r>
                <a:endParaRPr lang="zh-CN" altLang="en-US" dirty="0"/>
              </a:p>
            </p:txBody>
          </p:sp>
          <p:sp>
            <p:nvSpPr>
              <p:cNvPr id="69" name="矩形: 圆角 68">
                <a:extLst>
                  <a:ext uri="{FF2B5EF4-FFF2-40B4-BE49-F238E27FC236}">
                    <a16:creationId xmlns:a16="http://schemas.microsoft.com/office/drawing/2014/main" id="{0EAAD55B-06E2-8414-FE66-0089AC9A6A3B}"/>
                  </a:ext>
                </a:extLst>
              </p:cNvPr>
              <p:cNvSpPr/>
              <p:nvPr/>
            </p:nvSpPr>
            <p:spPr>
              <a:xfrm>
                <a:off x="2769812" y="5831673"/>
                <a:ext cx="480118" cy="324437"/>
              </a:xfrm>
              <a:prstGeom prst="roundRect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C</a:t>
                </a:r>
                <a:endParaRPr lang="zh-CN" altLang="en-US" dirty="0"/>
              </a:p>
            </p:txBody>
          </p:sp>
          <p:sp>
            <p:nvSpPr>
              <p:cNvPr id="70" name="矩形: 圆角 69">
                <a:extLst>
                  <a:ext uri="{FF2B5EF4-FFF2-40B4-BE49-F238E27FC236}">
                    <a16:creationId xmlns:a16="http://schemas.microsoft.com/office/drawing/2014/main" id="{872A5504-6B00-01EC-7F66-6070EEBB8412}"/>
                  </a:ext>
                </a:extLst>
              </p:cNvPr>
              <p:cNvSpPr/>
              <p:nvPr/>
            </p:nvSpPr>
            <p:spPr>
              <a:xfrm>
                <a:off x="755875" y="5818828"/>
                <a:ext cx="480118" cy="324437"/>
              </a:xfrm>
              <a:prstGeom prst="roundRect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A</a:t>
                </a:r>
                <a:endParaRPr lang="zh-CN" altLang="en-US" dirty="0"/>
              </a:p>
            </p:txBody>
          </p:sp>
          <p:cxnSp>
            <p:nvCxnSpPr>
              <p:cNvPr id="72" name="连接符: 肘形 71">
                <a:extLst>
                  <a:ext uri="{FF2B5EF4-FFF2-40B4-BE49-F238E27FC236}">
                    <a16:creationId xmlns:a16="http://schemas.microsoft.com/office/drawing/2014/main" id="{DF2154C1-5460-B2E1-811B-E546659058E0}"/>
                  </a:ext>
                </a:extLst>
              </p:cNvPr>
              <p:cNvCxnSpPr>
                <a:stCxn id="70" idx="3"/>
                <a:endCxn id="61" idx="1"/>
              </p:cNvCxnSpPr>
              <p:nvPr/>
            </p:nvCxnSpPr>
            <p:spPr>
              <a:xfrm flipV="1">
                <a:off x="1235993" y="5603945"/>
                <a:ext cx="528036" cy="377102"/>
              </a:xfrm>
              <a:prstGeom prst="bentConnector3">
                <a:avLst/>
              </a:prstGeom>
              <a:ln w="381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3" name="连接符: 肘形 72">
                <a:extLst>
                  <a:ext uri="{FF2B5EF4-FFF2-40B4-BE49-F238E27FC236}">
                    <a16:creationId xmlns:a16="http://schemas.microsoft.com/office/drawing/2014/main" id="{FE8BDA60-FD45-1BD4-19B0-FD98D144DAD4}"/>
                  </a:ext>
                </a:extLst>
              </p:cNvPr>
              <p:cNvCxnSpPr>
                <a:cxnSpLocks/>
                <a:stCxn id="70" idx="3"/>
                <a:endCxn id="60" idx="1"/>
              </p:cNvCxnSpPr>
              <p:nvPr/>
            </p:nvCxnSpPr>
            <p:spPr>
              <a:xfrm>
                <a:off x="1235993" y="5981047"/>
                <a:ext cx="528037" cy="388620"/>
              </a:xfrm>
              <a:prstGeom prst="bentConnector3">
                <a:avLst/>
              </a:prstGeom>
              <a:ln w="381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6" name="连接符: 肘形 75">
                <a:extLst>
                  <a:ext uri="{FF2B5EF4-FFF2-40B4-BE49-F238E27FC236}">
                    <a16:creationId xmlns:a16="http://schemas.microsoft.com/office/drawing/2014/main" id="{90ECA90B-17E3-FBC4-1499-8F57B4665D84}"/>
                  </a:ext>
                </a:extLst>
              </p:cNvPr>
              <p:cNvCxnSpPr>
                <a:cxnSpLocks/>
                <a:stCxn id="61" idx="3"/>
                <a:endCxn id="69" idx="1"/>
              </p:cNvCxnSpPr>
              <p:nvPr/>
            </p:nvCxnSpPr>
            <p:spPr>
              <a:xfrm>
                <a:off x="2244147" y="5603945"/>
                <a:ext cx="525665" cy="389947"/>
              </a:xfrm>
              <a:prstGeom prst="bentConnector3">
                <a:avLst>
                  <a:gd name="adj1" fmla="val 50000"/>
                </a:avLst>
              </a:prstGeom>
              <a:ln w="381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9" name="连接符: 肘形 78">
                <a:extLst>
                  <a:ext uri="{FF2B5EF4-FFF2-40B4-BE49-F238E27FC236}">
                    <a16:creationId xmlns:a16="http://schemas.microsoft.com/office/drawing/2014/main" id="{7C1116C9-71F2-DBEC-1FB9-E80570F5DC6F}"/>
                  </a:ext>
                </a:extLst>
              </p:cNvPr>
              <p:cNvCxnSpPr>
                <a:cxnSpLocks/>
                <a:stCxn id="60" idx="3"/>
                <a:endCxn id="69" idx="1"/>
              </p:cNvCxnSpPr>
              <p:nvPr/>
            </p:nvCxnSpPr>
            <p:spPr>
              <a:xfrm flipV="1">
                <a:off x="2244147" y="5993892"/>
                <a:ext cx="525665" cy="375775"/>
              </a:xfrm>
              <a:prstGeom prst="bentConnector3">
                <a:avLst>
                  <a:gd name="adj1" fmla="val 50000"/>
                </a:avLst>
              </a:prstGeom>
              <a:ln w="381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99" name="直接箭头连接符 98">
            <a:extLst>
              <a:ext uri="{FF2B5EF4-FFF2-40B4-BE49-F238E27FC236}">
                <a16:creationId xmlns:a16="http://schemas.microsoft.com/office/drawing/2014/main" id="{E91F3F0E-CBC7-E59A-6F87-219828956E1A}"/>
              </a:ext>
            </a:extLst>
          </p:cNvPr>
          <p:cNvCxnSpPr>
            <a:cxnSpLocks/>
            <a:stCxn id="19" idx="3"/>
            <a:endCxn id="21" idx="1"/>
          </p:cNvCxnSpPr>
          <p:nvPr/>
        </p:nvCxnSpPr>
        <p:spPr>
          <a:xfrm>
            <a:off x="5862334" y="2880332"/>
            <a:ext cx="764798" cy="2697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17" name="组合 116">
            <a:extLst>
              <a:ext uri="{FF2B5EF4-FFF2-40B4-BE49-F238E27FC236}">
                <a16:creationId xmlns:a16="http://schemas.microsoft.com/office/drawing/2014/main" id="{EFDBF507-3ED8-AED5-6A87-7EC8218B4368}"/>
              </a:ext>
            </a:extLst>
          </p:cNvPr>
          <p:cNvGrpSpPr/>
          <p:nvPr/>
        </p:nvGrpSpPr>
        <p:grpSpPr>
          <a:xfrm>
            <a:off x="692251" y="4999200"/>
            <a:ext cx="3361606" cy="1083275"/>
            <a:chOff x="8508697" y="5161222"/>
            <a:chExt cx="3361606" cy="1083275"/>
          </a:xfrm>
        </p:grpSpPr>
        <p:cxnSp>
          <p:nvCxnSpPr>
            <p:cNvPr id="110" name="直接箭头连接符 109">
              <a:extLst>
                <a:ext uri="{FF2B5EF4-FFF2-40B4-BE49-F238E27FC236}">
                  <a16:creationId xmlns:a16="http://schemas.microsoft.com/office/drawing/2014/main" id="{348F08A3-F506-64D8-F1B8-E2071A0DC33B}"/>
                </a:ext>
              </a:extLst>
            </p:cNvPr>
            <p:cNvCxnSpPr>
              <a:cxnSpLocks/>
            </p:cNvCxnSpPr>
            <p:nvPr/>
          </p:nvCxnSpPr>
          <p:spPr>
            <a:xfrm>
              <a:off x="8508697" y="5722716"/>
              <a:ext cx="1275806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prstDash val="sys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1" name="文本框 110">
              <a:extLst>
                <a:ext uri="{FF2B5EF4-FFF2-40B4-BE49-F238E27FC236}">
                  <a16:creationId xmlns:a16="http://schemas.microsoft.com/office/drawing/2014/main" id="{0FEBDADE-40E3-1E6A-1554-18E106C6DE72}"/>
                </a:ext>
              </a:extLst>
            </p:cNvPr>
            <p:cNvSpPr txBox="1"/>
            <p:nvPr/>
          </p:nvSpPr>
          <p:spPr>
            <a:xfrm>
              <a:off x="9146600" y="5522236"/>
              <a:ext cx="263174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dirty="0"/>
                <a:t>Data / State</a:t>
              </a:r>
              <a:endParaRPr lang="zh-CN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112" name="文本框 111">
              <a:extLst>
                <a:ext uri="{FF2B5EF4-FFF2-40B4-BE49-F238E27FC236}">
                  <a16:creationId xmlns:a16="http://schemas.microsoft.com/office/drawing/2014/main" id="{D0F9BB25-C330-90B2-F766-CC2543E94878}"/>
                </a:ext>
              </a:extLst>
            </p:cNvPr>
            <p:cNvSpPr txBox="1"/>
            <p:nvPr/>
          </p:nvSpPr>
          <p:spPr>
            <a:xfrm>
              <a:off x="9663060" y="5161222"/>
              <a:ext cx="189514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dirty="0"/>
                <a:t>Control / Event</a:t>
              </a:r>
              <a:endParaRPr lang="zh-CN" altLang="en-US" dirty="0">
                <a:solidFill>
                  <a:schemeClr val="dk1"/>
                </a:solidFill>
              </a:endParaRPr>
            </a:p>
          </p:txBody>
        </p:sp>
        <p:cxnSp>
          <p:nvCxnSpPr>
            <p:cNvPr id="113" name="直接箭头连接符 112">
              <a:extLst>
                <a:ext uri="{FF2B5EF4-FFF2-40B4-BE49-F238E27FC236}">
                  <a16:creationId xmlns:a16="http://schemas.microsoft.com/office/drawing/2014/main" id="{5F964473-4D41-0918-D06F-14D36E892B06}"/>
                </a:ext>
              </a:extLst>
            </p:cNvPr>
            <p:cNvCxnSpPr>
              <a:cxnSpLocks/>
            </p:cNvCxnSpPr>
            <p:nvPr/>
          </p:nvCxnSpPr>
          <p:spPr>
            <a:xfrm>
              <a:off x="8508697" y="5370019"/>
              <a:ext cx="1275806" cy="0"/>
            </a:xfrm>
            <a:prstGeom prst="straightConnector1">
              <a:avLst/>
            </a:prstGeom>
            <a:ln w="38100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直接箭头连接符 113">
              <a:extLst>
                <a:ext uri="{FF2B5EF4-FFF2-40B4-BE49-F238E27FC236}">
                  <a16:creationId xmlns:a16="http://schemas.microsoft.com/office/drawing/2014/main" id="{BC1D6D44-AA16-534D-92D3-2DE45659BA45}"/>
                </a:ext>
              </a:extLst>
            </p:cNvPr>
            <p:cNvCxnSpPr>
              <a:cxnSpLocks/>
            </p:cNvCxnSpPr>
            <p:nvPr/>
          </p:nvCxnSpPr>
          <p:spPr>
            <a:xfrm>
              <a:off x="8522637" y="6064747"/>
              <a:ext cx="1247926" cy="0"/>
            </a:xfrm>
            <a:prstGeom prst="straightConnector1">
              <a:avLst/>
            </a:prstGeom>
            <a:ln w="38100">
              <a:solidFill>
                <a:srgbClr val="00B050"/>
              </a:solidFill>
              <a:prstDash val="dashDot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5" name="文本框 114">
              <a:extLst>
                <a:ext uri="{FF2B5EF4-FFF2-40B4-BE49-F238E27FC236}">
                  <a16:creationId xmlns:a16="http://schemas.microsoft.com/office/drawing/2014/main" id="{215D147F-D085-9566-335C-0789785AD547}"/>
                </a:ext>
              </a:extLst>
            </p:cNvPr>
            <p:cNvSpPr txBox="1"/>
            <p:nvPr/>
          </p:nvSpPr>
          <p:spPr>
            <a:xfrm>
              <a:off x="9238560" y="5875165"/>
              <a:ext cx="263174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dirty="0"/>
                <a:t>Static / Config</a:t>
              </a:r>
              <a:endParaRPr lang="zh-CN" altLang="en-US" dirty="0">
                <a:solidFill>
                  <a:schemeClr val="dk1"/>
                </a:solidFill>
              </a:endParaRPr>
            </a:p>
          </p:txBody>
        </p:sp>
      </p:grpSp>
      <p:cxnSp>
        <p:nvCxnSpPr>
          <p:cNvPr id="118" name="直接箭头连接符 117">
            <a:extLst>
              <a:ext uri="{FF2B5EF4-FFF2-40B4-BE49-F238E27FC236}">
                <a16:creationId xmlns:a16="http://schemas.microsoft.com/office/drawing/2014/main" id="{DC96C169-D42A-B064-2437-31B24CB8D112}"/>
              </a:ext>
            </a:extLst>
          </p:cNvPr>
          <p:cNvCxnSpPr>
            <a:cxnSpLocks/>
          </p:cNvCxnSpPr>
          <p:nvPr/>
        </p:nvCxnSpPr>
        <p:spPr>
          <a:xfrm>
            <a:off x="2838450" y="3243583"/>
            <a:ext cx="480117" cy="0"/>
          </a:xfrm>
          <a:prstGeom prst="straightConnector1">
            <a:avLst/>
          </a:prstGeom>
          <a:ln w="38100">
            <a:solidFill>
              <a:srgbClr val="00B050"/>
            </a:solidFill>
            <a:prstDash val="dashDot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5" name="Text 2">
            <a:extLst>
              <a:ext uri="{FF2B5EF4-FFF2-40B4-BE49-F238E27FC236}">
                <a16:creationId xmlns:a16="http://schemas.microsoft.com/office/drawing/2014/main" id="{E0D9D341-BED4-1A37-58A4-F3AADCD5E8DA}"/>
              </a:ext>
            </a:extLst>
          </p:cNvPr>
          <p:cNvSpPr/>
          <p:nvPr/>
        </p:nvSpPr>
        <p:spPr>
          <a:xfrm>
            <a:off x="2005291" y="2864118"/>
            <a:ext cx="2148840" cy="39822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load</a:t>
            </a:r>
          </a:p>
        </p:txBody>
      </p:sp>
      <p:cxnSp>
        <p:nvCxnSpPr>
          <p:cNvPr id="126" name="直接箭头连接符 125">
            <a:extLst>
              <a:ext uri="{FF2B5EF4-FFF2-40B4-BE49-F238E27FC236}">
                <a16:creationId xmlns:a16="http://schemas.microsoft.com/office/drawing/2014/main" id="{5BD68205-9BBB-99F6-E4C1-33F369F0653B}"/>
              </a:ext>
            </a:extLst>
          </p:cNvPr>
          <p:cNvCxnSpPr>
            <a:cxnSpLocks/>
          </p:cNvCxnSpPr>
          <p:nvPr/>
        </p:nvCxnSpPr>
        <p:spPr>
          <a:xfrm>
            <a:off x="9031389" y="2864118"/>
            <a:ext cx="774463" cy="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8" name="Text 2">
            <a:extLst>
              <a:ext uri="{FF2B5EF4-FFF2-40B4-BE49-F238E27FC236}">
                <a16:creationId xmlns:a16="http://schemas.microsoft.com/office/drawing/2014/main" id="{D364B490-E458-4CDB-F740-930506A8EACA}"/>
              </a:ext>
            </a:extLst>
          </p:cNvPr>
          <p:cNvSpPr/>
          <p:nvPr/>
        </p:nvSpPr>
        <p:spPr>
          <a:xfrm>
            <a:off x="8948327" y="2482806"/>
            <a:ext cx="1074420" cy="323978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invoke</a:t>
            </a:r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4FCF79A1-7DA1-5629-A007-2E76AF2B5991}"/>
              </a:ext>
            </a:extLst>
          </p:cNvPr>
          <p:cNvSpPr txBox="1"/>
          <p:nvPr/>
        </p:nvSpPr>
        <p:spPr>
          <a:xfrm>
            <a:off x="3171610" y="2496222"/>
            <a:ext cx="61003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i="1" dirty="0">
                <a:solidFill>
                  <a:schemeClr val="dk1"/>
                </a:solidFill>
              </a:rPr>
              <a:t>S</a:t>
            </a:r>
            <a:r>
              <a:rPr lang="zh-CN" altLang="en-US" baseline="-25000" dirty="0">
                <a:solidFill>
                  <a:schemeClr val="dk1"/>
                </a:solidFill>
              </a:rPr>
              <a:t>𝑡</a:t>
            </a:r>
            <a:endParaRPr lang="en-US" altLang="zh-CN" baseline="-25000" dirty="0">
              <a:solidFill>
                <a:schemeClr val="dk1"/>
              </a:solidFill>
            </a:endParaRPr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2AB3782F-7773-7961-AF8B-4870515DA63A}"/>
              </a:ext>
            </a:extLst>
          </p:cNvPr>
          <p:cNvSpPr txBox="1"/>
          <p:nvPr/>
        </p:nvSpPr>
        <p:spPr>
          <a:xfrm>
            <a:off x="8810873" y="2801262"/>
            <a:ext cx="12525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i="1" dirty="0">
                <a:solidFill>
                  <a:schemeClr val="dk1"/>
                </a:solidFill>
              </a:rPr>
              <a:t>B</a:t>
            </a:r>
            <a:r>
              <a:rPr lang="zh-CN" altLang="en-US" baseline="-25000" dirty="0">
                <a:solidFill>
                  <a:schemeClr val="dk1"/>
                </a:solidFill>
              </a:rPr>
              <a:t>𝑡</a:t>
            </a:r>
            <a:endParaRPr lang="en-US" altLang="zh-CN" baseline="-25000" dirty="0">
              <a:solidFill>
                <a:schemeClr val="dk1"/>
              </a:solidFill>
            </a:endParaRPr>
          </a:p>
        </p:txBody>
      </p:sp>
      <p:cxnSp>
        <p:nvCxnSpPr>
          <p:cNvPr id="149" name="直接箭头连接符 148">
            <a:extLst>
              <a:ext uri="{FF2B5EF4-FFF2-40B4-BE49-F238E27FC236}">
                <a16:creationId xmlns:a16="http://schemas.microsoft.com/office/drawing/2014/main" id="{9A8BB600-4DC1-A936-36BA-88885DA17C7A}"/>
              </a:ext>
            </a:extLst>
          </p:cNvPr>
          <p:cNvCxnSpPr>
            <a:cxnSpLocks/>
          </p:cNvCxnSpPr>
          <p:nvPr/>
        </p:nvCxnSpPr>
        <p:spPr>
          <a:xfrm flipH="1">
            <a:off x="9031389" y="4013817"/>
            <a:ext cx="774463" cy="0"/>
          </a:xfrm>
          <a:prstGeom prst="straightConnector1">
            <a:avLst/>
          </a:prstGeom>
          <a:ln w="38100">
            <a:solidFill>
              <a:schemeClr val="accent2"/>
            </a:solidFill>
            <a:prstDash val="sysDash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4" name="Text 2">
            <a:extLst>
              <a:ext uri="{FF2B5EF4-FFF2-40B4-BE49-F238E27FC236}">
                <a16:creationId xmlns:a16="http://schemas.microsoft.com/office/drawing/2014/main" id="{20A89689-6BE9-A6D1-9802-4866BF893AEE}"/>
              </a:ext>
            </a:extLst>
          </p:cNvPr>
          <p:cNvSpPr/>
          <p:nvPr/>
        </p:nvSpPr>
        <p:spPr>
          <a:xfrm>
            <a:off x="8768504" y="3604016"/>
            <a:ext cx="1384662" cy="39822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read</a:t>
            </a:r>
          </a:p>
        </p:txBody>
      </p:sp>
      <p:cxnSp>
        <p:nvCxnSpPr>
          <p:cNvPr id="155" name="直接箭头连接符 154">
            <a:extLst>
              <a:ext uri="{FF2B5EF4-FFF2-40B4-BE49-F238E27FC236}">
                <a16:creationId xmlns:a16="http://schemas.microsoft.com/office/drawing/2014/main" id="{C67E0791-DBC1-5A92-DB1B-E82D47BA621B}"/>
              </a:ext>
            </a:extLst>
          </p:cNvPr>
          <p:cNvCxnSpPr>
            <a:cxnSpLocks/>
          </p:cNvCxnSpPr>
          <p:nvPr/>
        </p:nvCxnSpPr>
        <p:spPr>
          <a:xfrm flipV="1">
            <a:off x="7650614" y="4268353"/>
            <a:ext cx="0" cy="717174"/>
          </a:xfrm>
          <a:prstGeom prst="straightConnector1">
            <a:avLst/>
          </a:prstGeom>
          <a:ln w="38100">
            <a:solidFill>
              <a:schemeClr val="accent2"/>
            </a:solidFill>
            <a:prstDash val="sysDash"/>
            <a:headEnd type="arrow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9" name="Text 2">
            <a:extLst>
              <a:ext uri="{FF2B5EF4-FFF2-40B4-BE49-F238E27FC236}">
                <a16:creationId xmlns:a16="http://schemas.microsoft.com/office/drawing/2014/main" id="{ADA6D317-7FEF-6674-0292-73ECB71FC655}"/>
              </a:ext>
            </a:extLst>
          </p:cNvPr>
          <p:cNvSpPr/>
          <p:nvPr/>
        </p:nvSpPr>
        <p:spPr>
          <a:xfrm>
            <a:off x="7650614" y="4463690"/>
            <a:ext cx="1713140" cy="39822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buNone/>
            </a:pPr>
            <a:r>
              <a:rPr lang="en-US" dirty="0">
                <a:solidFill>
                  <a:schemeClr val="dk1"/>
                </a:solidFill>
              </a:rPr>
              <a:t>write-commit</a:t>
            </a:r>
          </a:p>
        </p:txBody>
      </p:sp>
      <p:sp>
        <p:nvSpPr>
          <p:cNvPr id="161" name="Text 2">
            <a:extLst>
              <a:ext uri="{FF2B5EF4-FFF2-40B4-BE49-F238E27FC236}">
                <a16:creationId xmlns:a16="http://schemas.microsoft.com/office/drawing/2014/main" id="{DB2CA0F5-0762-62E8-CA50-490F934CBDCB}"/>
              </a:ext>
            </a:extLst>
          </p:cNvPr>
          <p:cNvSpPr/>
          <p:nvPr/>
        </p:nvSpPr>
        <p:spPr>
          <a:xfrm>
            <a:off x="8773099" y="3946851"/>
            <a:ext cx="1384662" cy="39822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write</a:t>
            </a:r>
          </a:p>
        </p:txBody>
      </p:sp>
      <p:sp>
        <p:nvSpPr>
          <p:cNvPr id="164" name="文本框 163">
            <a:extLst>
              <a:ext uri="{FF2B5EF4-FFF2-40B4-BE49-F238E27FC236}">
                <a16:creationId xmlns:a16="http://schemas.microsoft.com/office/drawing/2014/main" id="{932E8876-EAAE-1E41-12EF-79FD6B84937B}"/>
              </a:ext>
            </a:extLst>
          </p:cNvPr>
          <p:cNvSpPr txBox="1"/>
          <p:nvPr/>
        </p:nvSpPr>
        <p:spPr>
          <a:xfrm>
            <a:off x="6532655" y="4486210"/>
            <a:ext cx="12362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>
              <a:buNone/>
            </a:pPr>
            <a:r>
              <a:rPr lang="en-US" altLang="zh-CN" dirty="0">
                <a:solidFill>
                  <a:schemeClr val="dk1"/>
                </a:solidFill>
              </a:rPr>
              <a:t>read-miss</a:t>
            </a:r>
          </a:p>
        </p:txBody>
      </p:sp>
      <p:cxnSp>
        <p:nvCxnSpPr>
          <p:cNvPr id="166" name="直接箭头连接符 165">
            <a:extLst>
              <a:ext uri="{FF2B5EF4-FFF2-40B4-BE49-F238E27FC236}">
                <a16:creationId xmlns:a16="http://schemas.microsoft.com/office/drawing/2014/main" id="{F0EAC08F-5C7A-1611-949B-54AB9CEB8429}"/>
              </a:ext>
            </a:extLst>
          </p:cNvPr>
          <p:cNvCxnSpPr>
            <a:cxnSpLocks/>
            <a:stCxn id="25" idx="3"/>
            <a:endCxn id="23" idx="1"/>
          </p:cNvCxnSpPr>
          <p:nvPr/>
        </p:nvCxnSpPr>
        <p:spPr>
          <a:xfrm flipV="1">
            <a:off x="5862334" y="3919922"/>
            <a:ext cx="764798" cy="1209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8" name="Text 2">
            <a:extLst>
              <a:ext uri="{FF2B5EF4-FFF2-40B4-BE49-F238E27FC236}">
                <a16:creationId xmlns:a16="http://schemas.microsoft.com/office/drawing/2014/main" id="{6375F318-46BF-1AC1-E728-618B2E6D2900}"/>
              </a:ext>
            </a:extLst>
          </p:cNvPr>
          <p:cNvSpPr/>
          <p:nvPr/>
        </p:nvSpPr>
        <p:spPr>
          <a:xfrm>
            <a:off x="5709678" y="3579699"/>
            <a:ext cx="1074420" cy="39822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commit</a:t>
            </a:r>
          </a:p>
        </p:txBody>
      </p:sp>
      <p:cxnSp>
        <p:nvCxnSpPr>
          <p:cNvPr id="177" name="连接符: 肘形 176">
            <a:extLst>
              <a:ext uri="{FF2B5EF4-FFF2-40B4-BE49-F238E27FC236}">
                <a16:creationId xmlns:a16="http://schemas.microsoft.com/office/drawing/2014/main" id="{4E919181-429C-1FA0-D8F8-9FF0809FE6AB}"/>
              </a:ext>
            </a:extLst>
          </p:cNvPr>
          <p:cNvCxnSpPr>
            <a:stCxn id="31" idx="2"/>
            <a:endCxn id="25" idx="2"/>
          </p:cNvCxnSpPr>
          <p:nvPr/>
        </p:nvCxnSpPr>
        <p:spPr>
          <a:xfrm rot="5400000" flipH="1">
            <a:off x="7651407" y="1268250"/>
            <a:ext cx="333570" cy="6307040"/>
          </a:xfrm>
          <a:prstGeom prst="bentConnector3">
            <a:avLst>
              <a:gd name="adj1" fmla="val -371374"/>
            </a:avLst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9" name="Text 2">
            <a:extLst>
              <a:ext uri="{FF2B5EF4-FFF2-40B4-BE49-F238E27FC236}">
                <a16:creationId xmlns:a16="http://schemas.microsoft.com/office/drawing/2014/main" id="{26FE387D-B03C-CD93-71BF-8DDB721E723D}"/>
              </a:ext>
            </a:extLst>
          </p:cNvPr>
          <p:cNvSpPr/>
          <p:nvPr/>
        </p:nvSpPr>
        <p:spPr>
          <a:xfrm>
            <a:off x="7231660" y="5472186"/>
            <a:ext cx="1074420" cy="39822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events</a:t>
            </a:r>
          </a:p>
        </p:txBody>
      </p:sp>
      <p:cxnSp>
        <p:nvCxnSpPr>
          <p:cNvPr id="181" name="连接符: 肘形 180">
            <a:extLst>
              <a:ext uri="{FF2B5EF4-FFF2-40B4-BE49-F238E27FC236}">
                <a16:creationId xmlns:a16="http://schemas.microsoft.com/office/drawing/2014/main" id="{2F4DC391-A4D0-5704-7E40-FF4310CA44F6}"/>
              </a:ext>
            </a:extLst>
          </p:cNvPr>
          <p:cNvCxnSpPr>
            <a:cxnSpLocks/>
          </p:cNvCxnSpPr>
          <p:nvPr/>
        </p:nvCxnSpPr>
        <p:spPr>
          <a:xfrm>
            <a:off x="4410931" y="4281934"/>
            <a:ext cx="6893572" cy="313810"/>
          </a:xfrm>
          <a:prstGeom prst="bentConnector4">
            <a:avLst>
              <a:gd name="adj1" fmla="val 234"/>
              <a:gd name="adj2" fmla="val 608539"/>
            </a:avLst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2" name="Text 2">
            <a:extLst>
              <a:ext uri="{FF2B5EF4-FFF2-40B4-BE49-F238E27FC236}">
                <a16:creationId xmlns:a16="http://schemas.microsoft.com/office/drawing/2014/main" id="{10257C9B-6124-6ABB-FF34-A6307B8E7807}"/>
              </a:ext>
            </a:extLst>
          </p:cNvPr>
          <p:cNvSpPr/>
          <p:nvPr/>
        </p:nvSpPr>
        <p:spPr>
          <a:xfrm>
            <a:off x="7405181" y="6139445"/>
            <a:ext cx="1074420" cy="39822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squash</a:t>
            </a:r>
          </a:p>
        </p:txBody>
      </p:sp>
    </p:spTree>
    <p:extLst>
      <p:ext uri="{BB962C8B-B14F-4D97-AF65-F5344CB8AC3E}">
        <p14:creationId xmlns:p14="http://schemas.microsoft.com/office/powerpoint/2010/main" val="38429351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0">
            <a:extLst>
              <a:ext uri="{FF2B5EF4-FFF2-40B4-BE49-F238E27FC236}">
                <a16:creationId xmlns:a16="http://schemas.microsoft.com/office/drawing/2014/main" id="{61A01840-B520-69D3-44DD-1446CCDD15E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45114330"/>
              </p:ext>
            </p:extLst>
          </p:nvPr>
        </p:nvGraphicFramePr>
        <p:xfrm>
          <a:off x="822960" y="1417320"/>
          <a:ext cx="5532120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Shape 5">
            <a:extLst>
              <a:ext uri="{FF2B5EF4-FFF2-40B4-BE49-F238E27FC236}">
                <a16:creationId xmlns:a16="http://schemas.microsoft.com/office/drawing/2014/main" id="{1EB9378F-EA02-191C-D076-250E6C6C726B}"/>
              </a:ext>
            </a:extLst>
          </p:cNvPr>
          <p:cNvSpPr/>
          <p:nvPr/>
        </p:nvSpPr>
        <p:spPr>
          <a:xfrm>
            <a:off x="4871369" y="1554480"/>
            <a:ext cx="0" cy="297180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</a:ln>
        </p:spPr>
      </p:sp>
      <p:sp>
        <p:nvSpPr>
          <p:cNvPr id="4" name="Text 6">
            <a:extLst>
              <a:ext uri="{FF2B5EF4-FFF2-40B4-BE49-F238E27FC236}">
                <a16:creationId xmlns:a16="http://schemas.microsoft.com/office/drawing/2014/main" id="{D90B8D69-79BD-8A3B-42E1-7B343668CBBA}"/>
              </a:ext>
            </a:extLst>
          </p:cNvPr>
          <p:cNvSpPr/>
          <p:nvPr/>
        </p:nvSpPr>
        <p:spPr>
          <a:xfrm>
            <a:off x="4569811" y="1211580"/>
            <a:ext cx="139971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τ = 0.45</a:t>
            </a:r>
            <a:endParaRPr lang="en-US" dirty="0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C3EB4318-34CB-5560-6707-1F30F530D923}"/>
              </a:ext>
            </a:extLst>
          </p:cNvPr>
          <p:cNvSpPr/>
          <p:nvPr/>
        </p:nvSpPr>
        <p:spPr>
          <a:xfrm>
            <a:off x="7526968" y="1534053"/>
            <a:ext cx="2895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Top-1 vs </a:t>
            </a:r>
            <a:r>
              <a:rPr lang="en-US" sz="1400" b="1" dirty="0" err="1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N-way（τ-</a:t>
            </a:r>
            <a:r>
              <a:rPr lang="en-US" altLang="zh-CN" sz="1400" b="1" dirty="0" err="1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gating</a:t>
            </a:r>
            <a:r>
              <a:rPr lang="en-US" sz="14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</a:t>
            </a:r>
            <a:endParaRPr lang="en-US" sz="1400" dirty="0"/>
          </a:p>
        </p:txBody>
      </p:sp>
      <p:sp>
        <p:nvSpPr>
          <p:cNvPr id="9" name="Shape 16">
            <a:extLst>
              <a:ext uri="{FF2B5EF4-FFF2-40B4-BE49-F238E27FC236}">
                <a16:creationId xmlns:a16="http://schemas.microsoft.com/office/drawing/2014/main" id="{2BAB625A-72E3-EFB5-CE20-55062E23DEEF}"/>
              </a:ext>
            </a:extLst>
          </p:cNvPr>
          <p:cNvSpPr/>
          <p:nvPr/>
        </p:nvSpPr>
        <p:spPr>
          <a:xfrm>
            <a:off x="6277256" y="2962697"/>
            <a:ext cx="914400" cy="502920"/>
          </a:xfrm>
          <a:prstGeom prst="roundRect">
            <a:avLst/>
          </a:prstGeom>
          <a:solidFill>
            <a:srgbClr val="EEF2FF"/>
          </a:solidFill>
          <a:ln w="25400">
            <a:solidFill>
              <a:srgbClr val="4F46E5"/>
            </a:solidFill>
            <a:prstDash val="solid"/>
          </a:ln>
        </p:spPr>
      </p:sp>
      <p:sp>
        <p:nvSpPr>
          <p:cNvPr id="10" name="Text 17">
            <a:extLst>
              <a:ext uri="{FF2B5EF4-FFF2-40B4-BE49-F238E27FC236}">
                <a16:creationId xmlns:a16="http://schemas.microsoft.com/office/drawing/2014/main" id="{D35F8255-C4AB-0E0D-4BFB-A8F50E282D64}"/>
              </a:ext>
            </a:extLst>
          </p:cNvPr>
          <p:cNvSpPr/>
          <p:nvPr/>
        </p:nvSpPr>
        <p:spPr>
          <a:xfrm>
            <a:off x="6277256" y="3001413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730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Shape 18">
            <a:extLst>
              <a:ext uri="{FF2B5EF4-FFF2-40B4-BE49-F238E27FC236}">
                <a16:creationId xmlns:a16="http://schemas.microsoft.com/office/drawing/2014/main" id="{42471E2C-3D6B-178C-FC89-307413106237}"/>
              </a:ext>
            </a:extLst>
          </p:cNvPr>
          <p:cNvSpPr/>
          <p:nvPr/>
        </p:nvSpPr>
        <p:spPr>
          <a:xfrm flipV="1">
            <a:off x="7234458" y="2249465"/>
            <a:ext cx="2288918" cy="934194"/>
          </a:xfrm>
          <a:prstGeom prst="line">
            <a:avLst/>
          </a:prstGeom>
          <a:noFill/>
          <a:ln w="31750">
            <a:solidFill>
              <a:srgbClr val="16A34A"/>
            </a:solidFill>
            <a:prstDash val="solid"/>
          </a:ln>
        </p:spPr>
      </p:sp>
      <p:sp>
        <p:nvSpPr>
          <p:cNvPr id="12" name="Text 19">
            <a:extLst>
              <a:ext uri="{FF2B5EF4-FFF2-40B4-BE49-F238E27FC236}">
                <a16:creationId xmlns:a16="http://schemas.microsoft.com/office/drawing/2014/main" id="{A668AEC9-416B-581E-E9A7-BF8B8F1D1061}"/>
              </a:ext>
            </a:extLst>
          </p:cNvPr>
          <p:cNvSpPr/>
          <p:nvPr/>
        </p:nvSpPr>
        <p:spPr>
          <a:xfrm>
            <a:off x="10568322" y="2297129"/>
            <a:ext cx="104864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πₜ(v₁)=0.51</a:t>
            </a:r>
            <a:endParaRPr lang="en-US" sz="1200" dirty="0"/>
          </a:p>
        </p:txBody>
      </p: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E7A1E536-6BA5-184E-02CB-94B8EAA610C9}"/>
              </a:ext>
            </a:extLst>
          </p:cNvPr>
          <p:cNvGrpSpPr/>
          <p:nvPr/>
        </p:nvGrpSpPr>
        <p:grpSpPr>
          <a:xfrm>
            <a:off x="9523376" y="2237693"/>
            <a:ext cx="1051560" cy="424905"/>
            <a:chOff x="10241280" y="1852146"/>
            <a:chExt cx="1051560" cy="424905"/>
          </a:xfrm>
        </p:grpSpPr>
        <p:sp>
          <p:nvSpPr>
            <p:cNvPr id="13" name="Shape 20">
              <a:extLst>
                <a:ext uri="{FF2B5EF4-FFF2-40B4-BE49-F238E27FC236}">
                  <a16:creationId xmlns:a16="http://schemas.microsoft.com/office/drawing/2014/main" id="{93F5E2FC-D010-1B55-C85B-011E54A8C1D1}"/>
                </a:ext>
              </a:extLst>
            </p:cNvPr>
            <p:cNvSpPr/>
            <p:nvPr/>
          </p:nvSpPr>
          <p:spPr>
            <a:xfrm>
              <a:off x="10241280" y="1865571"/>
              <a:ext cx="1051560" cy="411480"/>
            </a:xfrm>
            <a:prstGeom prst="roundRect">
              <a:avLst/>
            </a:prstGeom>
            <a:solidFill>
              <a:srgbClr val="ECFDF5"/>
            </a:solidFill>
            <a:ln w="31750">
              <a:solidFill>
                <a:srgbClr val="16A34A"/>
              </a:solidFill>
              <a:prstDash val="solid"/>
            </a:ln>
          </p:spPr>
        </p:sp>
        <p:sp>
          <p:nvSpPr>
            <p:cNvPr id="14" name="Text 21">
              <a:extLst>
                <a:ext uri="{FF2B5EF4-FFF2-40B4-BE49-F238E27FC236}">
                  <a16:creationId xmlns:a16="http://schemas.microsoft.com/office/drawing/2014/main" id="{9558FC31-DB3F-9AAD-04A0-05292E4C9E0D}"/>
                </a:ext>
              </a:extLst>
            </p:cNvPr>
            <p:cNvSpPr/>
            <p:nvPr/>
          </p:nvSpPr>
          <p:spPr>
            <a:xfrm>
              <a:off x="10241280" y="1852146"/>
              <a:ext cx="105156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v₁</a:t>
              </a:r>
            </a:p>
          </p:txBody>
        </p:sp>
      </p:grpSp>
      <p:sp>
        <p:nvSpPr>
          <p:cNvPr id="15" name="Shape 22">
            <a:extLst>
              <a:ext uri="{FF2B5EF4-FFF2-40B4-BE49-F238E27FC236}">
                <a16:creationId xmlns:a16="http://schemas.microsoft.com/office/drawing/2014/main" id="{6D6386BE-E599-8E59-9174-4E36254C1A58}"/>
              </a:ext>
            </a:extLst>
          </p:cNvPr>
          <p:cNvSpPr/>
          <p:nvPr/>
        </p:nvSpPr>
        <p:spPr>
          <a:xfrm>
            <a:off x="7213058" y="3209585"/>
            <a:ext cx="2288918" cy="10166"/>
          </a:xfrm>
          <a:prstGeom prst="line">
            <a:avLst/>
          </a:prstGeom>
          <a:noFill/>
          <a:ln w="31750">
            <a:solidFill>
              <a:schemeClr val="accent2">
                <a:lumMod val="75000"/>
              </a:schemeClr>
            </a:solidFill>
            <a:prstDash val="solid"/>
          </a:ln>
        </p:spPr>
      </p:sp>
      <p:sp>
        <p:nvSpPr>
          <p:cNvPr id="18" name="Text 23">
            <a:extLst>
              <a:ext uri="{FF2B5EF4-FFF2-40B4-BE49-F238E27FC236}">
                <a16:creationId xmlns:a16="http://schemas.microsoft.com/office/drawing/2014/main" id="{B082E8E0-1E47-567D-EB59-CFC6007D8FAB}"/>
              </a:ext>
            </a:extLst>
          </p:cNvPr>
          <p:cNvSpPr/>
          <p:nvPr/>
        </p:nvSpPr>
        <p:spPr>
          <a:xfrm>
            <a:off x="10568322" y="3072425"/>
            <a:ext cx="104864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πₜ(v₂)=0.46</a:t>
            </a:r>
            <a:endParaRPr lang="en-US" sz="1200" dirty="0"/>
          </a:p>
        </p:txBody>
      </p:sp>
      <p:grpSp>
        <p:nvGrpSpPr>
          <p:cNvPr id="58" name="组合 57">
            <a:extLst>
              <a:ext uri="{FF2B5EF4-FFF2-40B4-BE49-F238E27FC236}">
                <a16:creationId xmlns:a16="http://schemas.microsoft.com/office/drawing/2014/main" id="{B3ED9389-CEDB-9041-16BE-07823BAC202B}"/>
              </a:ext>
            </a:extLst>
          </p:cNvPr>
          <p:cNvGrpSpPr/>
          <p:nvPr/>
        </p:nvGrpSpPr>
        <p:grpSpPr>
          <a:xfrm>
            <a:off x="9523376" y="3003845"/>
            <a:ext cx="1051560" cy="411480"/>
            <a:chOff x="10241280" y="2514600"/>
            <a:chExt cx="1051560" cy="411480"/>
          </a:xfrm>
        </p:grpSpPr>
        <p:sp>
          <p:nvSpPr>
            <p:cNvPr id="27" name="Shape 24">
              <a:extLst>
                <a:ext uri="{FF2B5EF4-FFF2-40B4-BE49-F238E27FC236}">
                  <a16:creationId xmlns:a16="http://schemas.microsoft.com/office/drawing/2014/main" id="{98A1732A-DD8E-2E57-B27D-709D8DBD511F}"/>
                </a:ext>
              </a:extLst>
            </p:cNvPr>
            <p:cNvSpPr/>
            <p:nvPr/>
          </p:nvSpPr>
          <p:spPr>
            <a:xfrm>
              <a:off x="10241280" y="2514600"/>
              <a:ext cx="1051560" cy="411480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31750">
              <a:solidFill>
                <a:schemeClr val="accent2">
                  <a:lumMod val="75000"/>
                </a:schemeClr>
              </a:solidFill>
              <a:prstDash val="solid"/>
            </a:ln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28" name="Text 25">
              <a:extLst>
                <a:ext uri="{FF2B5EF4-FFF2-40B4-BE49-F238E27FC236}">
                  <a16:creationId xmlns:a16="http://schemas.microsoft.com/office/drawing/2014/main" id="{8B343EC6-4016-4410-F6BD-8D74C3F67BA6}"/>
                </a:ext>
              </a:extLst>
            </p:cNvPr>
            <p:cNvSpPr/>
            <p:nvPr/>
          </p:nvSpPr>
          <p:spPr>
            <a:xfrm>
              <a:off x="10241280" y="2514600"/>
              <a:ext cx="1051560" cy="411480"/>
            </a:xfrm>
            <a:prstGeom prst="rect">
              <a:avLst/>
            </a:prstGeom>
            <a:noFill/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 anchor="ctr"/>
            <a:lstStyle/>
            <a:p>
              <a:pPr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v₂</a:t>
              </a:r>
            </a:p>
          </p:txBody>
        </p:sp>
      </p:grpSp>
      <p:sp>
        <p:nvSpPr>
          <p:cNvPr id="30" name="Text 27">
            <a:extLst>
              <a:ext uri="{FF2B5EF4-FFF2-40B4-BE49-F238E27FC236}">
                <a16:creationId xmlns:a16="http://schemas.microsoft.com/office/drawing/2014/main" id="{00D0601B-36EC-8A59-54B9-A6B446249EFD}"/>
              </a:ext>
            </a:extLst>
          </p:cNvPr>
          <p:cNvSpPr/>
          <p:nvPr/>
        </p:nvSpPr>
        <p:spPr>
          <a:xfrm>
            <a:off x="10565404" y="3892756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πₜ(v₃)=0.03</a:t>
            </a:r>
            <a:endParaRPr lang="en-US" sz="1200" dirty="0"/>
          </a:p>
        </p:txBody>
      </p:sp>
      <p:sp>
        <p:nvSpPr>
          <p:cNvPr id="32" name="Shape 28">
            <a:extLst>
              <a:ext uri="{FF2B5EF4-FFF2-40B4-BE49-F238E27FC236}">
                <a16:creationId xmlns:a16="http://schemas.microsoft.com/office/drawing/2014/main" id="{ACF1E5E6-8446-66B3-D38A-E87B24336944}"/>
              </a:ext>
            </a:extLst>
          </p:cNvPr>
          <p:cNvSpPr/>
          <p:nvPr/>
        </p:nvSpPr>
        <p:spPr>
          <a:xfrm>
            <a:off x="9537920" y="3852462"/>
            <a:ext cx="1051560" cy="411480"/>
          </a:xfrm>
          <a:prstGeom prst="roundRect">
            <a:avLst/>
          </a:prstGeom>
          <a:solidFill>
            <a:srgbClr val="F3F4F6"/>
          </a:solidFill>
          <a:ln w="1587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42" name="Text 29">
            <a:extLst>
              <a:ext uri="{FF2B5EF4-FFF2-40B4-BE49-F238E27FC236}">
                <a16:creationId xmlns:a16="http://schemas.microsoft.com/office/drawing/2014/main" id="{D658245C-8AEF-2963-F4CE-E52EB90312A0}"/>
              </a:ext>
            </a:extLst>
          </p:cNvPr>
          <p:cNvSpPr/>
          <p:nvPr/>
        </p:nvSpPr>
        <p:spPr>
          <a:xfrm>
            <a:off x="9523376" y="3838577"/>
            <a:ext cx="1051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v₃</a:t>
            </a:r>
          </a:p>
        </p:txBody>
      </p:sp>
      <p:sp>
        <p:nvSpPr>
          <p:cNvPr id="56" name="Shape 34">
            <a:extLst>
              <a:ext uri="{FF2B5EF4-FFF2-40B4-BE49-F238E27FC236}">
                <a16:creationId xmlns:a16="http://schemas.microsoft.com/office/drawing/2014/main" id="{1BFA93D7-DCFB-DE84-B3FD-ACD60F9B4E69}"/>
              </a:ext>
            </a:extLst>
          </p:cNvPr>
          <p:cNvSpPr/>
          <p:nvPr/>
        </p:nvSpPr>
        <p:spPr>
          <a:xfrm>
            <a:off x="7234457" y="3245677"/>
            <a:ext cx="2267518" cy="804864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</a:ln>
        </p:spPr>
      </p:sp>
      <p:sp>
        <p:nvSpPr>
          <p:cNvPr id="59" name="Text 21">
            <a:extLst>
              <a:ext uri="{FF2B5EF4-FFF2-40B4-BE49-F238E27FC236}">
                <a16:creationId xmlns:a16="http://schemas.microsoft.com/office/drawing/2014/main" id="{E5EDB913-CE7C-1CC8-57DB-F2893009304D}"/>
              </a:ext>
            </a:extLst>
          </p:cNvPr>
          <p:cNvSpPr/>
          <p:nvPr/>
        </p:nvSpPr>
        <p:spPr>
          <a:xfrm>
            <a:off x="7762086" y="2312102"/>
            <a:ext cx="1051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taken</a:t>
            </a:r>
          </a:p>
        </p:txBody>
      </p:sp>
      <p:sp>
        <p:nvSpPr>
          <p:cNvPr id="62" name="Text 21">
            <a:extLst>
              <a:ext uri="{FF2B5EF4-FFF2-40B4-BE49-F238E27FC236}">
                <a16:creationId xmlns:a16="http://schemas.microsoft.com/office/drawing/2014/main" id="{37C606FB-9B11-C0E3-8F1A-E96E4A01EF50}"/>
              </a:ext>
            </a:extLst>
          </p:cNvPr>
          <p:cNvSpPr/>
          <p:nvPr/>
        </p:nvSpPr>
        <p:spPr>
          <a:xfrm>
            <a:off x="7760966" y="2856687"/>
            <a:ext cx="163813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taken in N-way </a:t>
            </a:r>
          </a:p>
        </p:txBody>
      </p:sp>
      <p:sp>
        <p:nvSpPr>
          <p:cNvPr id="63" name="Text 21">
            <a:extLst>
              <a:ext uri="{FF2B5EF4-FFF2-40B4-BE49-F238E27FC236}">
                <a16:creationId xmlns:a16="http://schemas.microsoft.com/office/drawing/2014/main" id="{3724E856-AA55-786A-10BC-BFE96B808830}"/>
              </a:ext>
            </a:extLst>
          </p:cNvPr>
          <p:cNvSpPr/>
          <p:nvPr/>
        </p:nvSpPr>
        <p:spPr>
          <a:xfrm>
            <a:off x="7705131" y="3664987"/>
            <a:ext cx="1165469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not taken</a:t>
            </a:r>
          </a:p>
        </p:txBody>
      </p:sp>
    </p:spTree>
    <p:extLst>
      <p:ext uri="{BB962C8B-B14F-4D97-AF65-F5344CB8AC3E}">
        <p14:creationId xmlns:p14="http://schemas.microsoft.com/office/powerpoint/2010/main" val="850857468"/>
      </p:ext>
    </p:extLst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1120</TotalTime>
  <Words>137</Words>
  <Application>Microsoft Office PowerPoint</Application>
  <PresentationFormat>宽屏</PresentationFormat>
  <Paragraphs>81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9" baseType="lpstr">
      <vt:lpstr>Microsoft YaHei</vt:lpstr>
      <vt:lpstr>Arial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cd w</dc:creator>
  <cp:lastModifiedBy>cd w</cp:lastModifiedBy>
  <cp:revision>16</cp:revision>
  <dcterms:created xsi:type="dcterms:W3CDTF">2023-08-09T12:44:00Z</dcterms:created>
  <dcterms:modified xsi:type="dcterms:W3CDTF">2026-02-28T13:27:41Z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2052-12.1.0.21915</vt:lpwstr>
  </property>
</Properties>
</file>