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5" r:id="rId4"/>
    <p:sldId id="266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CEC"/>
    <a:srgbClr val="E8F2FC"/>
    <a:srgbClr val="FFFFFF"/>
    <a:srgbClr val="FFF7ED"/>
    <a:srgbClr val="ECFDF5"/>
    <a:srgbClr val="F8FAFC"/>
    <a:srgbClr val="F3F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6" autoAdjust="0"/>
    <p:restoredTop sz="70995" autoAdjust="0"/>
  </p:normalViewPr>
  <p:slideViewPr>
    <p:cSldViewPr snapToGrid="0" showGuides="1">
      <p:cViewPr varScale="1">
        <p:scale>
          <a:sx n="80" d="100"/>
          <a:sy n="80" d="100"/>
        </p:scale>
        <p:origin x="1539" y="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5AD5B5-6CBB-4946-BB99-91A038EC83D0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9D1D49-895D-4F5A-ABF8-27223E77D4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345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BE0D148-94B8-55FF-18EC-A0F39AE49578}"/>
              </a:ext>
            </a:extLst>
          </p:cNvPr>
          <p:cNvSpPr txBox="1"/>
          <p:nvPr/>
        </p:nvSpPr>
        <p:spPr>
          <a:xfrm>
            <a:off x="671805" y="251574"/>
            <a:ext cx="1603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Sequence</a:t>
            </a:r>
            <a:endParaRPr lang="zh-CN" altLang="en-US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D40169-8D9E-BF8D-A85A-BF0B9DDCF193}"/>
              </a:ext>
            </a:extLst>
          </p:cNvPr>
          <p:cNvSpPr txBox="1"/>
          <p:nvPr/>
        </p:nvSpPr>
        <p:spPr>
          <a:xfrm>
            <a:off x="3429085" y="251574"/>
            <a:ext cx="2484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Branch / Choice</a:t>
            </a:r>
            <a:endParaRPr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E1D509-043B-526E-30B3-FEEA4E0B6FA0}"/>
              </a:ext>
            </a:extLst>
          </p:cNvPr>
          <p:cNvSpPr txBox="1"/>
          <p:nvPr/>
        </p:nvSpPr>
        <p:spPr>
          <a:xfrm>
            <a:off x="7012143" y="251574"/>
            <a:ext cx="12468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Parallel</a:t>
            </a:r>
            <a:endParaRPr lang="zh-CN" altLang="en-US" sz="2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9B43834-24D1-8DDD-9F55-39E041927058}"/>
              </a:ext>
            </a:extLst>
          </p:cNvPr>
          <p:cNvSpPr txBox="1"/>
          <p:nvPr/>
        </p:nvSpPr>
        <p:spPr>
          <a:xfrm>
            <a:off x="9572009" y="251574"/>
            <a:ext cx="25198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Loop/Iteration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A673A92-1F71-77E5-D533-2A10DCA50700}"/>
              </a:ext>
            </a:extLst>
          </p:cNvPr>
          <p:cNvCxnSpPr>
            <a:cxnSpLocks/>
          </p:cNvCxnSpPr>
          <p:nvPr/>
        </p:nvCxnSpPr>
        <p:spPr>
          <a:xfrm>
            <a:off x="0" y="989045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28B67EA-7BB8-766E-B18F-ED45B119207C}"/>
              </a:ext>
            </a:extLst>
          </p:cNvPr>
          <p:cNvCxnSpPr>
            <a:cxnSpLocks/>
          </p:cNvCxnSpPr>
          <p:nvPr/>
        </p:nvCxnSpPr>
        <p:spPr>
          <a:xfrm>
            <a:off x="6127102" y="41988"/>
            <a:ext cx="0" cy="6774024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75D9A44-9941-FE1D-0F76-1BB8CDCDCB80}"/>
              </a:ext>
            </a:extLst>
          </p:cNvPr>
          <p:cNvCxnSpPr>
            <a:cxnSpLocks/>
          </p:cNvCxnSpPr>
          <p:nvPr/>
        </p:nvCxnSpPr>
        <p:spPr>
          <a:xfrm>
            <a:off x="3088432" y="41988"/>
            <a:ext cx="0" cy="6774024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BE664A0-71D6-EB64-BBF4-680EB9297A82}"/>
              </a:ext>
            </a:extLst>
          </p:cNvPr>
          <p:cNvCxnSpPr>
            <a:cxnSpLocks/>
          </p:cNvCxnSpPr>
          <p:nvPr/>
        </p:nvCxnSpPr>
        <p:spPr>
          <a:xfrm>
            <a:off x="9144000" y="41988"/>
            <a:ext cx="0" cy="6774024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500E40D-0BE0-95E9-A3C1-B396319D9758}"/>
              </a:ext>
            </a:extLst>
          </p:cNvPr>
          <p:cNvSpPr/>
          <p:nvPr/>
        </p:nvSpPr>
        <p:spPr>
          <a:xfrm>
            <a:off x="884263" y="1750094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31AE622-1300-2289-6107-CD3367373D4E}"/>
              </a:ext>
            </a:extLst>
          </p:cNvPr>
          <p:cNvSpPr/>
          <p:nvPr/>
        </p:nvSpPr>
        <p:spPr>
          <a:xfrm>
            <a:off x="884263" y="2984845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A9C3B650-55FD-054E-B91A-D8211B25D7FA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1478652" y="2353359"/>
            <a:ext cx="0" cy="6314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B4B17E0-F23F-D83C-19B9-FA2993EF1833}"/>
              </a:ext>
            </a:extLst>
          </p:cNvPr>
          <p:cNvSpPr/>
          <p:nvPr/>
        </p:nvSpPr>
        <p:spPr>
          <a:xfrm>
            <a:off x="920030" y="4218675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797092A-3D67-139F-48B9-A900ADAA453D}"/>
              </a:ext>
            </a:extLst>
          </p:cNvPr>
          <p:cNvSpPr/>
          <p:nvPr/>
        </p:nvSpPr>
        <p:spPr>
          <a:xfrm>
            <a:off x="909144" y="5451697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</a:t>
            </a:r>
            <a:endParaRPr lang="zh-CN" altLang="en-US" dirty="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4F7D638E-BC67-6EE0-3DB5-1BEF3B8280D7}"/>
              </a:ext>
            </a:extLst>
          </p:cNvPr>
          <p:cNvCxnSpPr>
            <a:cxnSpLocks/>
          </p:cNvCxnSpPr>
          <p:nvPr/>
        </p:nvCxnSpPr>
        <p:spPr>
          <a:xfrm>
            <a:off x="1503533" y="3588110"/>
            <a:ext cx="0" cy="6314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DDBFD16A-53E0-BFCB-D97D-AA2E5F34980B}"/>
              </a:ext>
            </a:extLst>
          </p:cNvPr>
          <p:cNvCxnSpPr>
            <a:cxnSpLocks/>
          </p:cNvCxnSpPr>
          <p:nvPr/>
        </p:nvCxnSpPr>
        <p:spPr>
          <a:xfrm>
            <a:off x="1514418" y="4820211"/>
            <a:ext cx="0" cy="6314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69FB5A05-2134-AEE9-3C19-B444330CF146}"/>
              </a:ext>
            </a:extLst>
          </p:cNvPr>
          <p:cNvSpPr/>
          <p:nvPr/>
        </p:nvSpPr>
        <p:spPr>
          <a:xfrm>
            <a:off x="3998602" y="1750095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ED29CA8C-438D-39F5-7859-2861C14E5525}"/>
              </a:ext>
            </a:extLst>
          </p:cNvPr>
          <p:cNvSpPr/>
          <p:nvPr/>
        </p:nvSpPr>
        <p:spPr>
          <a:xfrm>
            <a:off x="3998602" y="2984846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FCE05BC7-F290-4F01-6C80-5BA4EC4F3DCE}"/>
              </a:ext>
            </a:extLst>
          </p:cNvPr>
          <p:cNvCxnSpPr>
            <a:cxnSpLocks/>
            <a:stCxn id="30" idx="2"/>
            <a:endCxn id="31" idx="0"/>
          </p:cNvCxnSpPr>
          <p:nvPr/>
        </p:nvCxnSpPr>
        <p:spPr>
          <a:xfrm>
            <a:off x="4592991" y="2353360"/>
            <a:ext cx="0" cy="6314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D2BECAE0-C8A6-E732-344A-CF6418BF2B19}"/>
              </a:ext>
            </a:extLst>
          </p:cNvPr>
          <p:cNvSpPr/>
          <p:nvPr/>
        </p:nvSpPr>
        <p:spPr>
          <a:xfrm>
            <a:off x="3195435" y="5467432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AC930259-9AB3-73B1-AF82-E433486F1D68}"/>
              </a:ext>
            </a:extLst>
          </p:cNvPr>
          <p:cNvSpPr/>
          <p:nvPr/>
        </p:nvSpPr>
        <p:spPr>
          <a:xfrm>
            <a:off x="4831323" y="5467431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</a:t>
            </a:r>
            <a:endParaRPr lang="zh-CN" altLang="en-US" dirty="0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BE7C5C1C-2EC8-CA4F-F4C7-C5CB3E0C0E00}"/>
              </a:ext>
            </a:extLst>
          </p:cNvPr>
          <p:cNvCxnSpPr>
            <a:cxnSpLocks/>
          </p:cNvCxnSpPr>
          <p:nvPr/>
        </p:nvCxnSpPr>
        <p:spPr>
          <a:xfrm>
            <a:off x="4617872" y="3588111"/>
            <a:ext cx="0" cy="6314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BF3907EF-5C64-0D84-DBDF-F65F9452E923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5212260" y="4527772"/>
            <a:ext cx="213452" cy="93965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19173624-1168-1502-9115-863F57E88EE8}"/>
              </a:ext>
            </a:extLst>
          </p:cNvPr>
          <p:cNvCxnSpPr>
            <a:cxnSpLocks/>
            <a:endCxn id="33" idx="0"/>
          </p:cNvCxnSpPr>
          <p:nvPr/>
        </p:nvCxnSpPr>
        <p:spPr>
          <a:xfrm rot="10800000" flipV="1">
            <a:off x="3789825" y="4527772"/>
            <a:ext cx="233659" cy="93966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B7A55E15-81B9-B5BD-7803-22C95E8C663F}"/>
              </a:ext>
            </a:extLst>
          </p:cNvPr>
          <p:cNvSpPr/>
          <p:nvPr/>
        </p:nvSpPr>
        <p:spPr>
          <a:xfrm>
            <a:off x="7035362" y="1698220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0EC40E1D-0E48-85A4-B876-5E43A86D0B32}"/>
              </a:ext>
            </a:extLst>
          </p:cNvPr>
          <p:cNvSpPr/>
          <p:nvPr/>
        </p:nvSpPr>
        <p:spPr>
          <a:xfrm>
            <a:off x="6314393" y="2991553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B1</a:t>
            </a:r>
            <a:endParaRPr lang="zh-CN" altLang="en-US" dirty="0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72BC7F1E-F714-CD44-944A-90615DB5C327}"/>
              </a:ext>
            </a:extLst>
          </p:cNvPr>
          <p:cNvSpPr/>
          <p:nvPr/>
        </p:nvSpPr>
        <p:spPr>
          <a:xfrm>
            <a:off x="7746446" y="2984843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B2</a:t>
            </a:r>
            <a:endParaRPr lang="zh-CN" altLang="en-US" dirty="0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C3C839F4-486A-CC35-9612-EB9F6423BEAB}"/>
              </a:ext>
            </a:extLst>
          </p:cNvPr>
          <p:cNvSpPr/>
          <p:nvPr/>
        </p:nvSpPr>
        <p:spPr>
          <a:xfrm>
            <a:off x="7041945" y="4216946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</a:t>
            </a:r>
            <a:endParaRPr lang="zh-CN" altLang="en-US" dirty="0"/>
          </a:p>
        </p:txBody>
      </p: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B03E9484-4DB5-90C2-AE68-8EE4E27E62F3}"/>
              </a:ext>
            </a:extLst>
          </p:cNvPr>
          <p:cNvCxnSpPr>
            <a:stCxn id="42" idx="3"/>
            <a:endCxn id="44" idx="0"/>
          </p:cNvCxnSpPr>
          <p:nvPr/>
        </p:nvCxnSpPr>
        <p:spPr>
          <a:xfrm>
            <a:off x="8224139" y="1999853"/>
            <a:ext cx="116696" cy="98499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连接符: 肘形 48">
            <a:extLst>
              <a:ext uri="{FF2B5EF4-FFF2-40B4-BE49-F238E27FC236}">
                <a16:creationId xmlns:a16="http://schemas.microsoft.com/office/drawing/2014/main" id="{8B39E9D3-0208-717E-C0FB-89D7717E3098}"/>
              </a:ext>
            </a:extLst>
          </p:cNvPr>
          <p:cNvCxnSpPr>
            <a:stCxn id="42" idx="1"/>
            <a:endCxn id="43" idx="0"/>
          </p:cNvCxnSpPr>
          <p:nvPr/>
        </p:nvCxnSpPr>
        <p:spPr>
          <a:xfrm rot="10800000" flipV="1">
            <a:off x="6908782" y="1999853"/>
            <a:ext cx="126580" cy="99170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6D8EAC4A-463D-6B30-A0BF-294F3083C056}"/>
              </a:ext>
            </a:extLst>
          </p:cNvPr>
          <p:cNvSpPr/>
          <p:nvPr/>
        </p:nvSpPr>
        <p:spPr>
          <a:xfrm>
            <a:off x="7035361" y="5510279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</a:t>
            </a:r>
            <a:endParaRPr lang="zh-CN" altLang="en-US" dirty="0"/>
          </a:p>
        </p:txBody>
      </p:sp>
      <p:cxnSp>
        <p:nvCxnSpPr>
          <p:cNvPr id="54" name="连接符: 肘形 53">
            <a:extLst>
              <a:ext uri="{FF2B5EF4-FFF2-40B4-BE49-F238E27FC236}">
                <a16:creationId xmlns:a16="http://schemas.microsoft.com/office/drawing/2014/main" id="{AA58A1BA-B96F-A864-1A23-A7EF6DF1DA60}"/>
              </a:ext>
            </a:extLst>
          </p:cNvPr>
          <p:cNvCxnSpPr>
            <a:stCxn id="44" idx="2"/>
            <a:endCxn id="45" idx="0"/>
          </p:cNvCxnSpPr>
          <p:nvPr/>
        </p:nvCxnSpPr>
        <p:spPr>
          <a:xfrm rot="5400000">
            <a:off x="7674166" y="3550277"/>
            <a:ext cx="628838" cy="70450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D4B282CF-92CB-9B9A-6EAF-B5306A1B73E9}"/>
              </a:ext>
            </a:extLst>
          </p:cNvPr>
          <p:cNvCxnSpPr>
            <a:stCxn id="43" idx="2"/>
            <a:endCxn id="45" idx="0"/>
          </p:cNvCxnSpPr>
          <p:nvPr/>
        </p:nvCxnSpPr>
        <p:spPr>
          <a:xfrm rot="16200000" flipH="1">
            <a:off x="6961494" y="3542106"/>
            <a:ext cx="622128" cy="727552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10A8BCA5-47A4-43BF-5F12-C7422003269E}"/>
              </a:ext>
            </a:extLst>
          </p:cNvPr>
          <p:cNvCxnSpPr>
            <a:stCxn id="45" idx="2"/>
            <a:endCxn id="52" idx="0"/>
          </p:cNvCxnSpPr>
          <p:nvPr/>
        </p:nvCxnSpPr>
        <p:spPr>
          <a:xfrm flipH="1">
            <a:off x="7629750" y="4820211"/>
            <a:ext cx="6584" cy="6900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菱形 58">
            <a:extLst>
              <a:ext uri="{FF2B5EF4-FFF2-40B4-BE49-F238E27FC236}">
                <a16:creationId xmlns:a16="http://schemas.microsoft.com/office/drawing/2014/main" id="{DDD27C46-21F8-0F44-D44B-70094C475E49}"/>
              </a:ext>
            </a:extLst>
          </p:cNvPr>
          <p:cNvSpPr/>
          <p:nvPr/>
        </p:nvSpPr>
        <p:spPr>
          <a:xfrm>
            <a:off x="4030485" y="4216945"/>
            <a:ext cx="1163895" cy="603266"/>
          </a:xfrm>
          <a:prstGeom prst="diamond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dk1"/>
              </a:solidFill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00A525A4-E3C9-CDDF-F77B-101F0DF0335B}"/>
              </a:ext>
            </a:extLst>
          </p:cNvPr>
          <p:cNvSpPr txBox="1"/>
          <p:nvPr/>
        </p:nvSpPr>
        <p:spPr>
          <a:xfrm>
            <a:off x="1558990" y="4316414"/>
            <a:ext cx="6106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decision</a:t>
            </a:r>
            <a:endParaRPr lang="zh-CN" altLang="en-US" dirty="0"/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18E96D18-0E50-0549-48DF-57744664AA77}"/>
              </a:ext>
            </a:extLst>
          </p:cNvPr>
          <p:cNvSpPr/>
          <p:nvPr/>
        </p:nvSpPr>
        <p:spPr>
          <a:xfrm>
            <a:off x="10107566" y="1698220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E37ED528-F93B-142E-3D01-B8A9E3A82E2D}"/>
              </a:ext>
            </a:extLst>
          </p:cNvPr>
          <p:cNvSpPr/>
          <p:nvPr/>
        </p:nvSpPr>
        <p:spPr>
          <a:xfrm>
            <a:off x="10107565" y="5510279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</a:t>
            </a:r>
            <a:endParaRPr lang="zh-CN" altLang="en-US" dirty="0"/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B284061C-1F00-4581-DD2E-0DF672004C85}"/>
              </a:ext>
            </a:extLst>
          </p:cNvPr>
          <p:cNvCxnSpPr>
            <a:cxnSpLocks/>
            <a:endCxn id="68" idx="0"/>
          </p:cNvCxnSpPr>
          <p:nvPr/>
        </p:nvCxnSpPr>
        <p:spPr>
          <a:xfrm flipH="1">
            <a:off x="10701954" y="4820211"/>
            <a:ext cx="6584" cy="6900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CA527B55-9B72-E9A6-424E-260796C5975E}"/>
              </a:ext>
            </a:extLst>
          </p:cNvPr>
          <p:cNvSpPr/>
          <p:nvPr/>
        </p:nvSpPr>
        <p:spPr>
          <a:xfrm>
            <a:off x="10107565" y="2948030"/>
            <a:ext cx="1188777" cy="603265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75" name="菱形 74">
            <a:extLst>
              <a:ext uri="{FF2B5EF4-FFF2-40B4-BE49-F238E27FC236}">
                <a16:creationId xmlns:a16="http://schemas.microsoft.com/office/drawing/2014/main" id="{8DDD6B80-A9E8-4626-5CE9-62B07270CFE5}"/>
              </a:ext>
            </a:extLst>
          </p:cNvPr>
          <p:cNvSpPr/>
          <p:nvPr/>
        </p:nvSpPr>
        <p:spPr>
          <a:xfrm>
            <a:off x="10141541" y="4242210"/>
            <a:ext cx="1163895" cy="603266"/>
          </a:xfrm>
          <a:prstGeom prst="diamond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dk1"/>
              </a:solidFill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9E7AD0C4-6372-8C21-7B9C-C3A957A86E4A}"/>
              </a:ext>
            </a:extLst>
          </p:cNvPr>
          <p:cNvSpPr txBox="1"/>
          <p:nvPr/>
        </p:nvSpPr>
        <p:spPr>
          <a:xfrm>
            <a:off x="7672875" y="4265762"/>
            <a:ext cx="6106884" cy="54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dirty="0"/>
              <a:t>exit</a:t>
            </a:r>
          </a:p>
          <a:p>
            <a:pPr algn="ctr">
              <a:lnSpc>
                <a:spcPct val="80000"/>
              </a:lnSpc>
            </a:pPr>
            <a:r>
              <a:rPr lang="en-US" altLang="zh-CN" dirty="0"/>
              <a:t>loop?</a:t>
            </a:r>
            <a:endParaRPr lang="zh-CN" altLang="en-US" dirty="0"/>
          </a:p>
        </p:txBody>
      </p: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A39258CA-FC49-8D33-320C-5565E64D6D4B}"/>
              </a:ext>
            </a:extLst>
          </p:cNvPr>
          <p:cNvCxnSpPr>
            <a:cxnSpLocks/>
          </p:cNvCxnSpPr>
          <p:nvPr/>
        </p:nvCxnSpPr>
        <p:spPr>
          <a:xfrm flipH="1">
            <a:off x="10716904" y="3545441"/>
            <a:ext cx="6584" cy="6900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CBF2834C-D73F-D9ED-CCD5-76BB0FFF8971}"/>
              </a:ext>
            </a:extLst>
          </p:cNvPr>
          <p:cNvCxnSpPr>
            <a:cxnSpLocks/>
            <a:stCxn id="62" idx="2"/>
            <a:endCxn id="72" idx="0"/>
          </p:cNvCxnSpPr>
          <p:nvPr/>
        </p:nvCxnSpPr>
        <p:spPr>
          <a:xfrm flipH="1">
            <a:off x="10701954" y="2301485"/>
            <a:ext cx="1" cy="6465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FF9EF056-6AED-979B-CBED-C96C16B370DD}"/>
              </a:ext>
            </a:extLst>
          </p:cNvPr>
          <p:cNvCxnSpPr>
            <a:endCxn id="72" idx="3"/>
          </p:cNvCxnSpPr>
          <p:nvPr/>
        </p:nvCxnSpPr>
        <p:spPr>
          <a:xfrm rot="5400000" flipH="1" flipV="1">
            <a:off x="10649252" y="3896753"/>
            <a:ext cx="1294180" cy="12700"/>
          </a:xfrm>
          <a:prstGeom prst="bentConnector4">
            <a:avLst>
              <a:gd name="adj1" fmla="val 857"/>
              <a:gd name="adj2" fmla="val 292857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5233C6BF-735E-A6E0-BF98-8D9E7108E061}"/>
              </a:ext>
            </a:extLst>
          </p:cNvPr>
          <p:cNvSpPr txBox="1"/>
          <p:nvPr/>
        </p:nvSpPr>
        <p:spPr>
          <a:xfrm>
            <a:off x="10994780" y="3717861"/>
            <a:ext cx="1632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07C6CE10-7082-6C67-27D6-CAC4017D3A96}"/>
              </a:ext>
            </a:extLst>
          </p:cNvPr>
          <p:cNvSpPr txBox="1"/>
          <p:nvPr/>
        </p:nvSpPr>
        <p:spPr>
          <a:xfrm>
            <a:off x="10066141" y="4910848"/>
            <a:ext cx="1632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4125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B12FCA1-630B-E66C-92F1-7C468530A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0743"/>
            <a:ext cx="12192000" cy="594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363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CAA0ACD5-AA42-9708-BECD-D65F2C7214CF}"/>
              </a:ext>
            </a:extLst>
          </p:cNvPr>
          <p:cNvGrpSpPr/>
          <p:nvPr/>
        </p:nvGrpSpPr>
        <p:grpSpPr>
          <a:xfrm>
            <a:off x="101781" y="1810871"/>
            <a:ext cx="10793325" cy="3801994"/>
            <a:chOff x="101781" y="1810871"/>
            <a:chExt cx="10793325" cy="3801994"/>
          </a:xfrm>
        </p:grpSpPr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38677326-6D13-CB27-5F03-9C1AEF727263}"/>
                </a:ext>
              </a:extLst>
            </p:cNvPr>
            <p:cNvGrpSpPr/>
            <p:nvPr/>
          </p:nvGrpSpPr>
          <p:grpSpPr>
            <a:xfrm>
              <a:off x="4055747" y="1810871"/>
              <a:ext cx="6839359" cy="2807200"/>
              <a:chOff x="3314978" y="1511590"/>
              <a:chExt cx="5806440" cy="3749040"/>
            </a:xfrm>
          </p:grpSpPr>
          <p:sp>
            <p:nvSpPr>
              <p:cNvPr id="16" name="Shape 12">
                <a:extLst>
                  <a:ext uri="{FF2B5EF4-FFF2-40B4-BE49-F238E27FC236}">
                    <a16:creationId xmlns:a16="http://schemas.microsoft.com/office/drawing/2014/main" id="{BE7DAD37-A1A8-2BF6-0C8A-4F2215C8021A}"/>
                  </a:ext>
                </a:extLst>
              </p:cNvPr>
              <p:cNvSpPr/>
              <p:nvPr/>
            </p:nvSpPr>
            <p:spPr>
              <a:xfrm>
                <a:off x="3314978" y="1511590"/>
                <a:ext cx="5806440" cy="3749040"/>
              </a:xfrm>
              <a:prstGeom prst="roundRect">
                <a:avLst/>
              </a:prstGeom>
              <a:solidFill>
                <a:srgbClr val="F8FAFC"/>
              </a:solidFill>
              <a:ln w="12700">
                <a:solidFill>
                  <a:srgbClr val="334155"/>
                </a:solidFill>
                <a:prstDash val="solid"/>
              </a:ln>
              <a:effectLst>
                <a:outerShdw blurRad="38100" dist="19050" dir="2700000" algn="bl" rotWithShape="0">
                  <a:srgbClr val="000000">
                    <a:alpha val="15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Text 13">
                <a:extLst>
                  <a:ext uri="{FF2B5EF4-FFF2-40B4-BE49-F238E27FC236}">
                    <a16:creationId xmlns:a16="http://schemas.microsoft.com/office/drawing/2014/main" id="{7797F42C-C1E2-9E40-67A7-1DDEFD6275F5}"/>
                  </a:ext>
                </a:extLst>
              </p:cNvPr>
              <p:cNvSpPr/>
              <p:nvPr/>
            </p:nvSpPr>
            <p:spPr>
              <a:xfrm>
                <a:off x="4635624" y="1597370"/>
                <a:ext cx="3063240" cy="5943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algn="ctr">
                  <a:buNone/>
                </a:pPr>
                <a:r>
                  <a:rPr lang="zh-CN" altLang="en-US" sz="2000" b="1" dirty="0">
                    <a:solidFill>
                      <a:schemeClr val="dk1"/>
                    </a:solidFill>
                  </a:rPr>
                  <a:t>本系统</a:t>
                </a:r>
                <a:endParaRPr lang="en-US" sz="2000" b="1" dirty="0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25E98124-A6BF-4AF1-C156-0ADFD5550434}"/>
                </a:ext>
              </a:extLst>
            </p:cNvPr>
            <p:cNvGrpSpPr/>
            <p:nvPr/>
          </p:nvGrpSpPr>
          <p:grpSpPr>
            <a:xfrm>
              <a:off x="4245328" y="2372049"/>
              <a:ext cx="1636896" cy="667708"/>
              <a:chOff x="3467010" y="2546478"/>
              <a:chExt cx="1636896" cy="667708"/>
            </a:xfrm>
          </p:grpSpPr>
          <p:sp>
            <p:nvSpPr>
              <p:cNvPr id="19" name="Shape 15">
                <a:extLst>
                  <a:ext uri="{FF2B5EF4-FFF2-40B4-BE49-F238E27FC236}">
                    <a16:creationId xmlns:a16="http://schemas.microsoft.com/office/drawing/2014/main" id="{2984075E-D2FD-C4EF-BCE0-178548926777}"/>
                  </a:ext>
                </a:extLst>
              </p:cNvPr>
              <p:cNvSpPr/>
              <p:nvPr/>
            </p:nvSpPr>
            <p:spPr>
              <a:xfrm>
                <a:off x="3467010" y="2546478"/>
                <a:ext cx="1636896" cy="667708"/>
              </a:xfrm>
              <a:prstGeom prst="roundRect">
                <a:avLst/>
              </a:prstGeom>
              <a:solidFill>
                <a:srgbClr val="EEF2FF"/>
              </a:solidFill>
              <a:ln w="12700">
                <a:solidFill>
                  <a:srgbClr val="334155"/>
                </a:solidFill>
                <a:prstDash val="solid"/>
              </a:ln>
              <a:effectLst>
                <a:outerShdw blurRad="38100" dist="19050" dir="2700000" algn="bl" rotWithShape="0">
                  <a:srgbClr val="000000">
                    <a:alpha val="15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Text 16">
                <a:extLst>
                  <a:ext uri="{FF2B5EF4-FFF2-40B4-BE49-F238E27FC236}">
                    <a16:creationId xmlns:a16="http://schemas.microsoft.com/office/drawing/2014/main" id="{256C8D91-6D8A-1018-1BAE-4F548A6805AC}"/>
                  </a:ext>
                </a:extLst>
              </p:cNvPr>
              <p:cNvSpPr/>
              <p:nvPr/>
            </p:nvSpPr>
            <p:spPr>
              <a:xfrm>
                <a:off x="3579899" y="2595692"/>
                <a:ext cx="1411117" cy="60411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algn="ctr">
                  <a:buNone/>
                </a:pPr>
                <a:r>
                  <a:rPr lang="zh-CN" altLang="en-US" sz="1400" dirty="0">
                    <a:solidFill>
                      <a:schemeClr val="dk1"/>
                    </a:solidFill>
                  </a:rPr>
                  <a:t>上下文与输入获取模块</a:t>
                </a:r>
                <a:endParaRPr lang="en-US" sz="1400" dirty="0"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22" name="Text 18">
              <a:extLst>
                <a:ext uri="{FF2B5EF4-FFF2-40B4-BE49-F238E27FC236}">
                  <a16:creationId xmlns:a16="http://schemas.microsoft.com/office/drawing/2014/main" id="{BD89ED18-852B-9F68-44E8-B4A56DD14102}"/>
                </a:ext>
              </a:extLst>
            </p:cNvPr>
            <p:cNvSpPr/>
            <p:nvPr/>
          </p:nvSpPr>
          <p:spPr>
            <a:xfrm>
              <a:off x="6359136" y="2733927"/>
              <a:ext cx="1583255" cy="60411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endParaRPr lang="en-US" dirty="0">
                <a:solidFill>
                  <a:schemeClr val="dk1"/>
                </a:solidFill>
              </a:endParaRPr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DFCA2AD1-7029-65B0-88D5-DD0D714944FE}"/>
                </a:ext>
              </a:extLst>
            </p:cNvPr>
            <p:cNvGrpSpPr/>
            <p:nvPr/>
          </p:nvGrpSpPr>
          <p:grpSpPr>
            <a:xfrm>
              <a:off x="101781" y="2286457"/>
              <a:ext cx="2736669" cy="1828606"/>
              <a:chOff x="113211" y="1929841"/>
              <a:chExt cx="2736669" cy="1828606"/>
            </a:xfrm>
          </p:grpSpPr>
          <p:sp>
            <p:nvSpPr>
              <p:cNvPr id="5" name="Shape 1">
                <a:extLst>
                  <a:ext uri="{FF2B5EF4-FFF2-40B4-BE49-F238E27FC236}">
                    <a16:creationId xmlns:a16="http://schemas.microsoft.com/office/drawing/2014/main" id="{617F978E-4CC9-21DB-A1A5-8479C2B4B4BC}"/>
                  </a:ext>
                </a:extLst>
              </p:cNvPr>
              <p:cNvSpPr/>
              <p:nvPr/>
            </p:nvSpPr>
            <p:spPr>
              <a:xfrm>
                <a:off x="113211" y="1929841"/>
                <a:ext cx="2736669" cy="1828606"/>
              </a:xfrm>
              <a:prstGeom prst="roundRect">
                <a:avLst/>
              </a:prstGeom>
              <a:solidFill>
                <a:srgbClr val="F1F5F9"/>
              </a:solidFill>
              <a:ln w="12700">
                <a:solidFill>
                  <a:srgbClr val="334155"/>
                </a:solidFill>
                <a:prstDash val="solid"/>
              </a:ln>
              <a:effectLst>
                <a:outerShdw blurRad="38100" dist="19050" dir="2700000" algn="bl" rotWithShape="0">
                  <a:srgbClr val="000000">
                    <a:alpha val="15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Text 2">
                <a:extLst>
                  <a:ext uri="{FF2B5EF4-FFF2-40B4-BE49-F238E27FC236}">
                    <a16:creationId xmlns:a16="http://schemas.microsoft.com/office/drawing/2014/main" id="{8C97E19C-EDF3-8987-3B47-53F26427482F}"/>
                  </a:ext>
                </a:extLst>
              </p:cNvPr>
              <p:cNvSpPr/>
              <p:nvPr/>
            </p:nvSpPr>
            <p:spPr>
              <a:xfrm>
                <a:off x="425591" y="1985337"/>
                <a:ext cx="2148840" cy="39822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algn="ctr">
                  <a:buNone/>
                </a:pPr>
                <a:r>
                  <a:rPr lang="zh-CN" altLang="en-US" b="1" dirty="0">
                    <a:solidFill>
                      <a:schemeClr val="dk1"/>
                    </a:solidFill>
                  </a:rPr>
                  <a:t>工作流执行引擎</a:t>
                </a:r>
                <a:endParaRPr lang="en-US" b="1" dirty="0"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82" name="组合 81">
                <a:extLst>
                  <a:ext uri="{FF2B5EF4-FFF2-40B4-BE49-F238E27FC236}">
                    <a16:creationId xmlns:a16="http://schemas.microsoft.com/office/drawing/2014/main" id="{069C6B18-A234-1DFE-9D13-FC606F1945DB}"/>
                  </a:ext>
                </a:extLst>
              </p:cNvPr>
              <p:cNvGrpSpPr/>
              <p:nvPr/>
            </p:nvGrpSpPr>
            <p:grpSpPr>
              <a:xfrm>
                <a:off x="223563" y="2436876"/>
                <a:ext cx="2494055" cy="1090159"/>
                <a:chOff x="755875" y="5441726"/>
                <a:chExt cx="2494055" cy="1090159"/>
              </a:xfrm>
            </p:grpSpPr>
            <p:sp>
              <p:nvSpPr>
                <p:cNvPr id="60" name="矩形: 圆角 59">
                  <a:extLst>
                    <a:ext uri="{FF2B5EF4-FFF2-40B4-BE49-F238E27FC236}">
                      <a16:creationId xmlns:a16="http://schemas.microsoft.com/office/drawing/2014/main" id="{81DE4F76-B578-FE61-5EC0-CF69EB9094DC}"/>
                    </a:ext>
                  </a:extLst>
                </p:cNvPr>
                <p:cNvSpPr/>
                <p:nvPr/>
              </p:nvSpPr>
              <p:spPr>
                <a:xfrm>
                  <a:off x="1764030" y="6207448"/>
                  <a:ext cx="480117" cy="324437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B1</a:t>
                  </a:r>
                  <a:endParaRPr lang="zh-CN" altLang="en-US" dirty="0"/>
                </a:p>
              </p:txBody>
            </p:sp>
            <p:sp>
              <p:nvSpPr>
                <p:cNvPr id="61" name="矩形: 圆角 60">
                  <a:extLst>
                    <a:ext uri="{FF2B5EF4-FFF2-40B4-BE49-F238E27FC236}">
                      <a16:creationId xmlns:a16="http://schemas.microsoft.com/office/drawing/2014/main" id="{E6FFC25E-84C7-494F-42F4-D73FF6A83187}"/>
                    </a:ext>
                  </a:extLst>
                </p:cNvPr>
                <p:cNvSpPr/>
                <p:nvPr/>
              </p:nvSpPr>
              <p:spPr>
                <a:xfrm>
                  <a:off x="1764029" y="5441726"/>
                  <a:ext cx="480118" cy="324437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B2</a:t>
                  </a:r>
                  <a:endParaRPr lang="zh-CN" altLang="en-US" dirty="0"/>
                </a:p>
              </p:txBody>
            </p:sp>
            <p:sp>
              <p:nvSpPr>
                <p:cNvPr id="69" name="矩形: 圆角 68">
                  <a:extLst>
                    <a:ext uri="{FF2B5EF4-FFF2-40B4-BE49-F238E27FC236}">
                      <a16:creationId xmlns:a16="http://schemas.microsoft.com/office/drawing/2014/main" id="{0EAAD55B-06E2-8414-FE66-0089AC9A6A3B}"/>
                    </a:ext>
                  </a:extLst>
                </p:cNvPr>
                <p:cNvSpPr/>
                <p:nvPr/>
              </p:nvSpPr>
              <p:spPr>
                <a:xfrm>
                  <a:off x="2769812" y="5831673"/>
                  <a:ext cx="480118" cy="324437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C</a:t>
                  </a:r>
                  <a:endParaRPr lang="zh-CN" altLang="en-US" dirty="0"/>
                </a:p>
              </p:txBody>
            </p:sp>
            <p:sp>
              <p:nvSpPr>
                <p:cNvPr id="70" name="矩形: 圆角 69">
                  <a:extLst>
                    <a:ext uri="{FF2B5EF4-FFF2-40B4-BE49-F238E27FC236}">
                      <a16:creationId xmlns:a16="http://schemas.microsoft.com/office/drawing/2014/main" id="{872A5504-6B00-01EC-7F66-6070EEBB8412}"/>
                    </a:ext>
                  </a:extLst>
                </p:cNvPr>
                <p:cNvSpPr/>
                <p:nvPr/>
              </p:nvSpPr>
              <p:spPr>
                <a:xfrm>
                  <a:off x="755875" y="5818828"/>
                  <a:ext cx="480118" cy="324437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A</a:t>
                  </a:r>
                  <a:endParaRPr lang="zh-CN" altLang="en-US" dirty="0"/>
                </a:p>
              </p:txBody>
            </p:sp>
            <p:cxnSp>
              <p:nvCxnSpPr>
                <p:cNvPr id="72" name="连接符: 肘形 71">
                  <a:extLst>
                    <a:ext uri="{FF2B5EF4-FFF2-40B4-BE49-F238E27FC236}">
                      <a16:creationId xmlns:a16="http://schemas.microsoft.com/office/drawing/2014/main" id="{DF2154C1-5460-B2E1-811B-E546659058E0}"/>
                    </a:ext>
                  </a:extLst>
                </p:cNvPr>
                <p:cNvCxnSpPr>
                  <a:stCxn id="70" idx="3"/>
                  <a:endCxn id="61" idx="1"/>
                </p:cNvCxnSpPr>
                <p:nvPr/>
              </p:nvCxnSpPr>
              <p:spPr>
                <a:xfrm flipV="1">
                  <a:off x="1235993" y="5603945"/>
                  <a:ext cx="528036" cy="377102"/>
                </a:xfrm>
                <a:prstGeom prst="bentConnector3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连接符: 肘形 72">
                  <a:extLst>
                    <a:ext uri="{FF2B5EF4-FFF2-40B4-BE49-F238E27FC236}">
                      <a16:creationId xmlns:a16="http://schemas.microsoft.com/office/drawing/2014/main" id="{FE8BDA60-FD45-1BD4-19B0-FD98D144DAD4}"/>
                    </a:ext>
                  </a:extLst>
                </p:cNvPr>
                <p:cNvCxnSpPr>
                  <a:cxnSpLocks/>
                  <a:stCxn id="70" idx="3"/>
                  <a:endCxn id="60" idx="1"/>
                </p:cNvCxnSpPr>
                <p:nvPr/>
              </p:nvCxnSpPr>
              <p:spPr>
                <a:xfrm>
                  <a:off x="1235993" y="5981047"/>
                  <a:ext cx="528037" cy="388620"/>
                </a:xfrm>
                <a:prstGeom prst="bentConnector3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连接符: 肘形 75">
                  <a:extLst>
                    <a:ext uri="{FF2B5EF4-FFF2-40B4-BE49-F238E27FC236}">
                      <a16:creationId xmlns:a16="http://schemas.microsoft.com/office/drawing/2014/main" id="{90ECA90B-17E3-FBC4-1499-8F57B4665D84}"/>
                    </a:ext>
                  </a:extLst>
                </p:cNvPr>
                <p:cNvCxnSpPr>
                  <a:cxnSpLocks/>
                  <a:stCxn id="61" idx="3"/>
                  <a:endCxn id="69" idx="1"/>
                </p:cNvCxnSpPr>
                <p:nvPr/>
              </p:nvCxnSpPr>
              <p:spPr>
                <a:xfrm>
                  <a:off x="2244147" y="5603945"/>
                  <a:ext cx="525665" cy="389947"/>
                </a:xfrm>
                <a:prstGeom prst="bentConnector3">
                  <a:avLst>
                    <a:gd name="adj1" fmla="val 50000"/>
                  </a:avLst>
                </a:prstGeom>
                <a:ln w="381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连接符: 肘形 78">
                  <a:extLst>
                    <a:ext uri="{FF2B5EF4-FFF2-40B4-BE49-F238E27FC236}">
                      <a16:creationId xmlns:a16="http://schemas.microsoft.com/office/drawing/2014/main" id="{7C1116C9-71F2-DBEC-1FB9-E80570F5DC6F}"/>
                    </a:ext>
                  </a:extLst>
                </p:cNvPr>
                <p:cNvCxnSpPr>
                  <a:cxnSpLocks/>
                  <a:stCxn id="60" idx="3"/>
                  <a:endCxn id="69" idx="1"/>
                </p:cNvCxnSpPr>
                <p:nvPr/>
              </p:nvCxnSpPr>
              <p:spPr>
                <a:xfrm flipV="1">
                  <a:off x="2244147" y="5993892"/>
                  <a:ext cx="525665" cy="375775"/>
                </a:xfrm>
                <a:prstGeom prst="bentConnector3">
                  <a:avLst>
                    <a:gd name="adj1" fmla="val 50000"/>
                  </a:avLst>
                </a:prstGeom>
                <a:ln w="381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E91F3F0E-CBC7-E59A-6F87-219828956E1A}"/>
                </a:ext>
              </a:extLst>
            </p:cNvPr>
            <p:cNvCxnSpPr>
              <a:cxnSpLocks/>
              <a:stCxn id="19" idx="3"/>
              <a:endCxn id="8" idx="1"/>
            </p:cNvCxnSpPr>
            <p:nvPr/>
          </p:nvCxnSpPr>
          <p:spPr>
            <a:xfrm>
              <a:off x="5882224" y="2705903"/>
              <a:ext cx="778940" cy="140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Text 2">
              <a:extLst>
                <a:ext uri="{FF2B5EF4-FFF2-40B4-BE49-F238E27FC236}">
                  <a16:creationId xmlns:a16="http://schemas.microsoft.com/office/drawing/2014/main" id="{E0D9D341-BED4-1A37-58A4-F3AADCD5E8DA}"/>
                </a:ext>
              </a:extLst>
            </p:cNvPr>
            <p:cNvSpPr/>
            <p:nvPr/>
          </p:nvSpPr>
          <p:spPr>
            <a:xfrm>
              <a:off x="2783377" y="2460953"/>
              <a:ext cx="1488950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200" dirty="0">
                  <a:solidFill>
                    <a:schemeClr val="dk1"/>
                  </a:solidFill>
                </a:rPr>
                <a:t>运行时上下文</a:t>
              </a:r>
              <a:endParaRPr lang="en-US" sz="1200" dirty="0">
                <a:solidFill>
                  <a:schemeClr val="dk1"/>
                </a:solidFill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A3D89879-E1B5-747D-00CA-B90BD0659B31}"/>
                </a:ext>
              </a:extLst>
            </p:cNvPr>
            <p:cNvGrpSpPr/>
            <p:nvPr/>
          </p:nvGrpSpPr>
          <p:grpSpPr>
            <a:xfrm>
              <a:off x="6661164" y="2373455"/>
              <a:ext cx="1636896" cy="667708"/>
              <a:chOff x="3467010" y="2546478"/>
              <a:chExt cx="1636896" cy="667708"/>
            </a:xfrm>
          </p:grpSpPr>
          <p:sp>
            <p:nvSpPr>
              <p:cNvPr id="8" name="Shape 15">
                <a:extLst>
                  <a:ext uri="{FF2B5EF4-FFF2-40B4-BE49-F238E27FC236}">
                    <a16:creationId xmlns:a16="http://schemas.microsoft.com/office/drawing/2014/main" id="{010EF13F-83FC-2B5F-E20B-D52395AE38A9}"/>
                  </a:ext>
                </a:extLst>
              </p:cNvPr>
              <p:cNvSpPr/>
              <p:nvPr/>
            </p:nvSpPr>
            <p:spPr>
              <a:xfrm>
                <a:off x="3467010" y="2546478"/>
                <a:ext cx="1636896" cy="667708"/>
              </a:xfrm>
              <a:prstGeom prst="roundRect">
                <a:avLst/>
              </a:prstGeom>
              <a:solidFill>
                <a:srgbClr val="EEF2FF"/>
              </a:solidFill>
              <a:ln w="12700">
                <a:solidFill>
                  <a:srgbClr val="334155"/>
                </a:solidFill>
                <a:prstDash val="solid"/>
              </a:ln>
              <a:effectLst>
                <a:outerShdw blurRad="38100" dist="19050" dir="2700000" algn="bl" rotWithShape="0">
                  <a:srgbClr val="000000">
                    <a:alpha val="15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Text 16">
                <a:extLst>
                  <a:ext uri="{FF2B5EF4-FFF2-40B4-BE49-F238E27FC236}">
                    <a16:creationId xmlns:a16="http://schemas.microsoft.com/office/drawing/2014/main" id="{97C1DD4C-9E3B-347C-5AAE-0C2045EAB727}"/>
                  </a:ext>
                </a:extLst>
              </p:cNvPr>
              <p:cNvSpPr/>
              <p:nvPr/>
            </p:nvSpPr>
            <p:spPr>
              <a:xfrm>
                <a:off x="3579899" y="2595692"/>
                <a:ext cx="1411117" cy="60411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algn="ctr">
                  <a:buNone/>
                </a:pPr>
                <a:r>
                  <a:rPr lang="zh-CN" altLang="en-US" sz="1400" dirty="0">
                    <a:solidFill>
                      <a:schemeClr val="dk1"/>
                    </a:solidFill>
                  </a:rPr>
                  <a:t>输入特征</a:t>
                </a:r>
                <a:endParaRPr lang="en-US" altLang="zh-CN" sz="1400" dirty="0">
                  <a:solidFill>
                    <a:schemeClr val="dk1"/>
                  </a:solidFill>
                </a:endParaRPr>
              </a:p>
              <a:p>
                <a:pPr indent="0" algn="ctr">
                  <a:buNone/>
                </a:pPr>
                <a:r>
                  <a:rPr lang="zh-CN" altLang="en-US" sz="1400" dirty="0">
                    <a:solidFill>
                      <a:schemeClr val="dk1"/>
                    </a:solidFill>
                  </a:rPr>
                  <a:t>提取模块</a:t>
                </a:r>
                <a:endParaRPr lang="en-US" sz="1400" dirty="0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5AF1FD7-671C-985F-6978-B5B1952D6DF5}"/>
                </a:ext>
              </a:extLst>
            </p:cNvPr>
            <p:cNvGrpSpPr/>
            <p:nvPr/>
          </p:nvGrpSpPr>
          <p:grpSpPr>
            <a:xfrm>
              <a:off x="6651626" y="3664255"/>
              <a:ext cx="1636896" cy="667708"/>
              <a:chOff x="3467010" y="2546478"/>
              <a:chExt cx="1636896" cy="667708"/>
            </a:xfrm>
            <a:solidFill>
              <a:srgbClr val="FCECEC"/>
            </a:solidFill>
          </p:grpSpPr>
          <p:sp>
            <p:nvSpPr>
              <p:cNvPr id="42" name="Shape 15">
                <a:extLst>
                  <a:ext uri="{FF2B5EF4-FFF2-40B4-BE49-F238E27FC236}">
                    <a16:creationId xmlns:a16="http://schemas.microsoft.com/office/drawing/2014/main" id="{E4B2817F-60A2-17A3-F803-CA1BBF0F5F02}"/>
                  </a:ext>
                </a:extLst>
              </p:cNvPr>
              <p:cNvSpPr/>
              <p:nvPr/>
            </p:nvSpPr>
            <p:spPr>
              <a:xfrm>
                <a:off x="3467010" y="2546478"/>
                <a:ext cx="1636896" cy="667708"/>
              </a:xfrm>
              <a:prstGeom prst="roundRect">
                <a:avLst/>
              </a:prstGeom>
              <a:grpFill/>
              <a:ln w="12700">
                <a:solidFill>
                  <a:srgbClr val="334155"/>
                </a:solidFill>
                <a:prstDash val="solid"/>
              </a:ln>
              <a:effectLst>
                <a:outerShdw blurRad="38100" dist="19050" dir="2700000" algn="bl" rotWithShape="0">
                  <a:srgbClr val="000000">
                    <a:alpha val="15000"/>
                  </a:srgbClr>
                </a:outerShdw>
              </a:effec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43" name="Text 16">
                <a:extLst>
                  <a:ext uri="{FF2B5EF4-FFF2-40B4-BE49-F238E27FC236}">
                    <a16:creationId xmlns:a16="http://schemas.microsoft.com/office/drawing/2014/main" id="{E3F89FC6-ED4D-3971-C4F1-0A3AD8F5E6C0}"/>
                  </a:ext>
                </a:extLst>
              </p:cNvPr>
              <p:cNvSpPr/>
              <p:nvPr/>
            </p:nvSpPr>
            <p:spPr>
              <a:xfrm>
                <a:off x="3579899" y="2595692"/>
                <a:ext cx="1411117" cy="604117"/>
              </a:xfrm>
              <a:prstGeom prst="rect">
                <a:avLst/>
              </a:prstGeom>
              <a:grpFill/>
              <a:ln/>
            </p:spPr>
            <p:txBody>
              <a:bodyPr wrap="square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algn="ctr">
                  <a:buNone/>
                </a:pPr>
                <a:r>
                  <a:rPr lang="zh-CN" altLang="en-US" sz="1400" dirty="0">
                    <a:solidFill>
                      <a:schemeClr val="dk1"/>
                    </a:solidFill>
                  </a:rPr>
                  <a:t>投机执行</a:t>
                </a:r>
                <a:endParaRPr lang="en-US" altLang="zh-CN" sz="1400" dirty="0">
                  <a:solidFill>
                    <a:schemeClr val="dk1"/>
                  </a:solidFill>
                </a:endParaRPr>
              </a:p>
              <a:p>
                <a:pPr indent="0" algn="ctr">
                  <a:buNone/>
                </a:pPr>
                <a:r>
                  <a:rPr lang="zh-CN" altLang="en-US" sz="1400" dirty="0">
                    <a:solidFill>
                      <a:schemeClr val="dk1"/>
                    </a:solidFill>
                  </a:rPr>
                  <a:t>协调模块</a:t>
                </a:r>
                <a:endParaRPr lang="en-US" sz="1400" dirty="0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30B9C6E7-38FE-9817-ECA5-9B01E25CC516}"/>
                </a:ext>
              </a:extLst>
            </p:cNvPr>
            <p:cNvGrpSpPr/>
            <p:nvPr/>
          </p:nvGrpSpPr>
          <p:grpSpPr>
            <a:xfrm>
              <a:off x="9062985" y="3670741"/>
              <a:ext cx="1636896" cy="667708"/>
              <a:chOff x="3467010" y="2546478"/>
              <a:chExt cx="1636896" cy="667708"/>
            </a:xfrm>
            <a:solidFill>
              <a:srgbClr val="FFF7ED"/>
            </a:solidFill>
          </p:grpSpPr>
          <p:sp>
            <p:nvSpPr>
              <p:cNvPr id="45" name="Shape 15">
                <a:extLst>
                  <a:ext uri="{FF2B5EF4-FFF2-40B4-BE49-F238E27FC236}">
                    <a16:creationId xmlns:a16="http://schemas.microsoft.com/office/drawing/2014/main" id="{D04A34B2-A5DA-000A-4C01-A7A27DB3BE66}"/>
                  </a:ext>
                </a:extLst>
              </p:cNvPr>
              <p:cNvSpPr/>
              <p:nvPr/>
            </p:nvSpPr>
            <p:spPr>
              <a:xfrm>
                <a:off x="3467010" y="2546478"/>
                <a:ext cx="1636896" cy="667708"/>
              </a:xfrm>
              <a:prstGeom prst="roundRect">
                <a:avLst/>
              </a:prstGeom>
              <a:grpFill/>
              <a:ln w="12700">
                <a:solidFill>
                  <a:srgbClr val="334155"/>
                </a:solidFill>
                <a:prstDash val="solid"/>
              </a:ln>
              <a:effectLst>
                <a:outerShdw blurRad="38100" dist="19050" dir="2700000" algn="bl" rotWithShape="0">
                  <a:srgbClr val="000000">
                    <a:alpha val="15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Text 16">
                <a:extLst>
                  <a:ext uri="{FF2B5EF4-FFF2-40B4-BE49-F238E27FC236}">
                    <a16:creationId xmlns:a16="http://schemas.microsoft.com/office/drawing/2014/main" id="{77CE93AF-8820-4229-44CC-D9E03CF008ED}"/>
                  </a:ext>
                </a:extLst>
              </p:cNvPr>
              <p:cNvSpPr/>
              <p:nvPr/>
            </p:nvSpPr>
            <p:spPr>
              <a:xfrm>
                <a:off x="3579899" y="2595692"/>
                <a:ext cx="1411117" cy="604117"/>
              </a:xfrm>
              <a:prstGeom prst="rect">
                <a:avLst/>
              </a:prstGeom>
              <a:grpFill/>
              <a:ln/>
            </p:spPr>
            <p:txBody>
              <a:bodyPr wrap="square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algn="ctr">
                  <a:buNone/>
                </a:pPr>
                <a:r>
                  <a:rPr lang="zh-CN" altLang="en-US" sz="1400" dirty="0">
                    <a:solidFill>
                      <a:schemeClr val="dk1"/>
                    </a:solidFill>
                  </a:rPr>
                  <a:t>门控与预算</a:t>
                </a:r>
                <a:endParaRPr lang="en-US" altLang="zh-CN" sz="1400" dirty="0">
                  <a:solidFill>
                    <a:schemeClr val="dk1"/>
                  </a:solidFill>
                </a:endParaRPr>
              </a:p>
              <a:p>
                <a:pPr indent="0" algn="ctr">
                  <a:buNone/>
                </a:pPr>
                <a:r>
                  <a:rPr lang="zh-CN" altLang="en-US" sz="1400" dirty="0">
                    <a:solidFill>
                      <a:schemeClr val="dk1"/>
                    </a:solidFill>
                  </a:rPr>
                  <a:t>控制模块</a:t>
                </a:r>
                <a:endParaRPr lang="en-US" sz="1400" dirty="0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18685705-627C-B21E-AADC-977BDAF51FEC}"/>
                </a:ext>
              </a:extLst>
            </p:cNvPr>
            <p:cNvGrpSpPr/>
            <p:nvPr/>
          </p:nvGrpSpPr>
          <p:grpSpPr>
            <a:xfrm>
              <a:off x="9062985" y="2377814"/>
              <a:ext cx="1636896" cy="667708"/>
              <a:chOff x="3467010" y="2546478"/>
              <a:chExt cx="1636896" cy="667708"/>
            </a:xfrm>
            <a:solidFill>
              <a:srgbClr val="ECFDF5"/>
            </a:solidFill>
          </p:grpSpPr>
          <p:sp>
            <p:nvSpPr>
              <p:cNvPr id="48" name="Shape 15">
                <a:extLst>
                  <a:ext uri="{FF2B5EF4-FFF2-40B4-BE49-F238E27FC236}">
                    <a16:creationId xmlns:a16="http://schemas.microsoft.com/office/drawing/2014/main" id="{C46A60D9-F728-F171-2834-801C2A97EA9D}"/>
                  </a:ext>
                </a:extLst>
              </p:cNvPr>
              <p:cNvSpPr/>
              <p:nvPr/>
            </p:nvSpPr>
            <p:spPr>
              <a:xfrm>
                <a:off x="3467010" y="2546478"/>
                <a:ext cx="1636896" cy="667708"/>
              </a:xfrm>
              <a:prstGeom prst="roundRect">
                <a:avLst/>
              </a:prstGeom>
              <a:grpFill/>
              <a:ln w="12700">
                <a:solidFill>
                  <a:srgbClr val="334155"/>
                </a:solidFill>
                <a:prstDash val="solid"/>
              </a:ln>
              <a:effectLst>
                <a:outerShdw blurRad="38100" dist="19050" dir="2700000" algn="bl" rotWithShape="0">
                  <a:srgbClr val="000000">
                    <a:alpha val="15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Text 16">
                <a:extLst>
                  <a:ext uri="{FF2B5EF4-FFF2-40B4-BE49-F238E27FC236}">
                    <a16:creationId xmlns:a16="http://schemas.microsoft.com/office/drawing/2014/main" id="{C6A29CFA-19DF-37F8-7750-57DA0B3FF7B6}"/>
                  </a:ext>
                </a:extLst>
              </p:cNvPr>
              <p:cNvSpPr/>
              <p:nvPr/>
            </p:nvSpPr>
            <p:spPr>
              <a:xfrm>
                <a:off x="3579899" y="2595692"/>
                <a:ext cx="1411117" cy="604117"/>
              </a:xfrm>
              <a:prstGeom prst="rect">
                <a:avLst/>
              </a:prstGeom>
              <a:grpFill/>
              <a:ln/>
            </p:spPr>
            <p:txBody>
              <a:bodyPr wrap="square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algn="ctr">
                  <a:buNone/>
                </a:pPr>
                <a:r>
                  <a:rPr lang="zh-CN" altLang="en-US" sz="1400" dirty="0">
                    <a:solidFill>
                      <a:schemeClr val="dk1"/>
                    </a:solidFill>
                  </a:rPr>
                  <a:t>分支预测模块</a:t>
                </a:r>
                <a:endParaRPr lang="en-US" sz="1400" dirty="0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CAF1D053-DEE6-482B-A156-D3B39C2312EF}"/>
                </a:ext>
              </a:extLst>
            </p:cNvPr>
            <p:cNvGrpSpPr/>
            <p:nvPr/>
          </p:nvGrpSpPr>
          <p:grpSpPr>
            <a:xfrm>
              <a:off x="4240267" y="3670741"/>
              <a:ext cx="1636896" cy="667708"/>
              <a:chOff x="3467010" y="2546478"/>
              <a:chExt cx="1636896" cy="667708"/>
            </a:xfrm>
            <a:solidFill>
              <a:srgbClr val="FFFFFF"/>
            </a:solidFill>
          </p:grpSpPr>
          <p:sp>
            <p:nvSpPr>
              <p:cNvPr id="51" name="Shape 15">
                <a:extLst>
                  <a:ext uri="{FF2B5EF4-FFF2-40B4-BE49-F238E27FC236}">
                    <a16:creationId xmlns:a16="http://schemas.microsoft.com/office/drawing/2014/main" id="{35AD38BD-AACC-8832-1349-15D9FF1AA449}"/>
                  </a:ext>
                </a:extLst>
              </p:cNvPr>
              <p:cNvSpPr/>
              <p:nvPr/>
            </p:nvSpPr>
            <p:spPr>
              <a:xfrm>
                <a:off x="3467010" y="2546478"/>
                <a:ext cx="1636896" cy="667708"/>
              </a:xfrm>
              <a:prstGeom prst="roundRect">
                <a:avLst/>
              </a:prstGeom>
              <a:solidFill>
                <a:srgbClr val="E8F2FC"/>
              </a:solidFill>
              <a:ln w="12700">
                <a:solidFill>
                  <a:srgbClr val="334155"/>
                </a:solidFill>
                <a:prstDash val="solid"/>
              </a:ln>
              <a:effectLst>
                <a:outerShdw blurRad="38100" dist="19050" dir="2700000" algn="bl" rotWithShape="0">
                  <a:srgbClr val="000000">
                    <a:alpha val="15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Text 16">
                <a:extLst>
                  <a:ext uri="{FF2B5EF4-FFF2-40B4-BE49-F238E27FC236}">
                    <a16:creationId xmlns:a16="http://schemas.microsoft.com/office/drawing/2014/main" id="{3C73D718-F30F-1BD8-0CB2-B042D93295F0}"/>
                  </a:ext>
                </a:extLst>
              </p:cNvPr>
              <p:cNvSpPr/>
              <p:nvPr/>
            </p:nvSpPr>
            <p:spPr>
              <a:xfrm>
                <a:off x="3579899" y="2595692"/>
                <a:ext cx="1411117" cy="604117"/>
              </a:xfrm>
              <a:prstGeom prst="rect">
                <a:avLst/>
              </a:prstGeom>
              <a:solidFill>
                <a:srgbClr val="E8F2FC"/>
              </a:solidFill>
              <a:ln/>
            </p:spPr>
            <p:txBody>
              <a:bodyPr wrap="square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algn="ctr">
                  <a:buNone/>
                </a:pPr>
                <a:r>
                  <a:rPr lang="zh-CN" altLang="en-US" sz="1400" dirty="0">
                    <a:solidFill>
                      <a:schemeClr val="dk1"/>
                    </a:solidFill>
                  </a:rPr>
                  <a:t>在线更新模块</a:t>
                </a:r>
                <a:endParaRPr lang="en-US" sz="1400" dirty="0"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FBD9A393-D60E-D7B2-D9E9-D825AC551D1B}"/>
                </a:ext>
              </a:extLst>
            </p:cNvPr>
            <p:cNvCxnSpPr>
              <a:cxnSpLocks/>
              <a:stCxn id="5" idx="3"/>
              <a:endCxn id="19" idx="1"/>
            </p:cNvCxnSpPr>
            <p:nvPr/>
          </p:nvCxnSpPr>
          <p:spPr>
            <a:xfrm flipV="1">
              <a:off x="2838450" y="2705903"/>
              <a:ext cx="1406878" cy="49485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Text 2">
              <a:extLst>
                <a:ext uri="{FF2B5EF4-FFF2-40B4-BE49-F238E27FC236}">
                  <a16:creationId xmlns:a16="http://schemas.microsoft.com/office/drawing/2014/main" id="{3CD3832B-B6C8-A0D4-CA97-016672F79792}"/>
                </a:ext>
              </a:extLst>
            </p:cNvPr>
            <p:cNvSpPr/>
            <p:nvPr/>
          </p:nvSpPr>
          <p:spPr>
            <a:xfrm>
              <a:off x="5863170" y="2333175"/>
              <a:ext cx="797993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200" dirty="0">
                  <a:solidFill>
                    <a:schemeClr val="dk1"/>
                  </a:solidFill>
                </a:rPr>
                <a:t>输入记录</a:t>
              </a:r>
              <a:endParaRPr lang="en-US" sz="1200" dirty="0">
                <a:solidFill>
                  <a:schemeClr val="dk1"/>
                </a:solidFill>
              </a:endParaRPr>
            </a:p>
          </p:txBody>
        </p:sp>
        <p:sp>
          <p:nvSpPr>
            <p:cNvPr id="59" name="Text 2">
              <a:extLst>
                <a:ext uri="{FF2B5EF4-FFF2-40B4-BE49-F238E27FC236}">
                  <a16:creationId xmlns:a16="http://schemas.microsoft.com/office/drawing/2014/main" id="{9ACBD3E2-F3E2-A7CC-72CF-0B0F69A65F83}"/>
                </a:ext>
              </a:extLst>
            </p:cNvPr>
            <p:cNvSpPr/>
            <p:nvPr/>
          </p:nvSpPr>
          <p:spPr>
            <a:xfrm>
              <a:off x="8269043" y="2343389"/>
              <a:ext cx="797993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200" dirty="0">
                  <a:solidFill>
                    <a:schemeClr val="dk1"/>
                  </a:solidFill>
                </a:rPr>
                <a:t>特征表示</a:t>
              </a:r>
              <a:endParaRPr lang="en-US" sz="1200" dirty="0">
                <a:solidFill>
                  <a:schemeClr val="dk1"/>
                </a:solidFill>
              </a:endParaRPr>
            </a:p>
          </p:txBody>
        </p: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9381D306-315D-3CAF-7667-7C1520EDE0EE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 flipV="1">
              <a:off x="8298060" y="2701462"/>
              <a:ext cx="764925" cy="584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846300B1-1996-8C26-6CD8-E2802A0C5EB7}"/>
                </a:ext>
              </a:extLst>
            </p:cNvPr>
            <p:cNvCxnSpPr>
              <a:cxnSpLocks/>
              <a:stCxn id="48" idx="2"/>
              <a:endCxn id="45" idx="0"/>
            </p:cNvCxnSpPr>
            <p:nvPr/>
          </p:nvCxnSpPr>
          <p:spPr>
            <a:xfrm>
              <a:off x="9881433" y="3045522"/>
              <a:ext cx="0" cy="62521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Text 2">
              <a:extLst>
                <a:ext uri="{FF2B5EF4-FFF2-40B4-BE49-F238E27FC236}">
                  <a16:creationId xmlns:a16="http://schemas.microsoft.com/office/drawing/2014/main" id="{9A6D93A8-8D97-552D-4354-03EAAE562713}"/>
                </a:ext>
              </a:extLst>
            </p:cNvPr>
            <p:cNvSpPr/>
            <p:nvPr/>
          </p:nvSpPr>
          <p:spPr>
            <a:xfrm>
              <a:off x="9881432" y="3146546"/>
              <a:ext cx="797993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200" dirty="0">
                  <a:solidFill>
                    <a:schemeClr val="dk1"/>
                  </a:solidFill>
                </a:rPr>
                <a:t>候选集合</a:t>
              </a:r>
              <a:endParaRPr lang="en-US" sz="1200" dirty="0">
                <a:solidFill>
                  <a:schemeClr val="dk1"/>
                </a:solidFill>
              </a:endParaRPr>
            </a:p>
          </p:txBody>
        </p: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D9E0A8FB-4218-406D-1E09-76867F287784}"/>
                </a:ext>
              </a:extLst>
            </p:cNvPr>
            <p:cNvCxnSpPr>
              <a:cxnSpLocks/>
              <a:stCxn id="45" idx="1"/>
              <a:endCxn id="42" idx="3"/>
            </p:cNvCxnSpPr>
            <p:nvPr/>
          </p:nvCxnSpPr>
          <p:spPr>
            <a:xfrm flipH="1" flipV="1">
              <a:off x="8288522" y="3998109"/>
              <a:ext cx="774463" cy="648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Text 2">
              <a:extLst>
                <a:ext uri="{FF2B5EF4-FFF2-40B4-BE49-F238E27FC236}">
                  <a16:creationId xmlns:a16="http://schemas.microsoft.com/office/drawing/2014/main" id="{960F5C49-3F71-1ABE-800A-56FE716F18A7}"/>
                </a:ext>
              </a:extLst>
            </p:cNvPr>
            <p:cNvSpPr/>
            <p:nvPr/>
          </p:nvSpPr>
          <p:spPr>
            <a:xfrm>
              <a:off x="8293248" y="3623792"/>
              <a:ext cx="797993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200" dirty="0">
                  <a:solidFill>
                    <a:schemeClr val="dk1"/>
                  </a:solidFill>
                </a:rPr>
                <a:t>门控决策</a:t>
              </a:r>
              <a:endParaRPr lang="en-US" sz="1200" dirty="0">
                <a:solidFill>
                  <a:schemeClr val="dk1"/>
                </a:solidFill>
              </a:endParaRPr>
            </a:p>
          </p:txBody>
        </p:sp>
        <p:cxnSp>
          <p:nvCxnSpPr>
            <p:cNvPr id="86" name="连接符: 肘形 85">
              <a:extLst>
                <a:ext uri="{FF2B5EF4-FFF2-40B4-BE49-F238E27FC236}">
                  <a16:creationId xmlns:a16="http://schemas.microsoft.com/office/drawing/2014/main" id="{279632E4-D325-002A-6C76-9D366F22A682}"/>
                </a:ext>
              </a:extLst>
            </p:cNvPr>
            <p:cNvCxnSpPr>
              <a:stCxn id="42" idx="2"/>
              <a:endCxn id="5" idx="2"/>
            </p:cNvCxnSpPr>
            <p:nvPr/>
          </p:nvCxnSpPr>
          <p:spPr>
            <a:xfrm rot="5400000" flipH="1">
              <a:off x="4361645" y="1223534"/>
              <a:ext cx="216900" cy="5999958"/>
            </a:xfrm>
            <a:prstGeom prst="bentConnector3">
              <a:avLst>
                <a:gd name="adj1" fmla="val -433287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Text 2">
              <a:extLst>
                <a:ext uri="{FF2B5EF4-FFF2-40B4-BE49-F238E27FC236}">
                  <a16:creationId xmlns:a16="http://schemas.microsoft.com/office/drawing/2014/main" id="{07B58499-E3E3-AA42-BA0C-B9206A12916F}"/>
                </a:ext>
              </a:extLst>
            </p:cNvPr>
            <p:cNvSpPr/>
            <p:nvPr/>
          </p:nvSpPr>
          <p:spPr>
            <a:xfrm>
              <a:off x="4007947" y="4916357"/>
              <a:ext cx="797993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200" dirty="0">
                  <a:solidFill>
                    <a:schemeClr val="dk1"/>
                  </a:solidFill>
                </a:rPr>
                <a:t>投机触发</a:t>
              </a:r>
              <a:endParaRPr lang="en-US" sz="1200" dirty="0">
                <a:solidFill>
                  <a:schemeClr val="dk1"/>
                </a:solidFill>
              </a:endParaRPr>
            </a:p>
          </p:txBody>
        </p: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CAFE35D8-7CAF-6CD8-0319-8FD32310A15E}"/>
                </a:ext>
              </a:extLst>
            </p:cNvPr>
            <p:cNvCxnSpPr>
              <a:stCxn id="5" idx="3"/>
              <a:endCxn id="51" idx="1"/>
            </p:cNvCxnSpPr>
            <p:nvPr/>
          </p:nvCxnSpPr>
          <p:spPr>
            <a:xfrm>
              <a:off x="2838450" y="3200760"/>
              <a:ext cx="1401817" cy="80383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1" name="Text 2">
              <a:extLst>
                <a:ext uri="{FF2B5EF4-FFF2-40B4-BE49-F238E27FC236}">
                  <a16:creationId xmlns:a16="http://schemas.microsoft.com/office/drawing/2014/main" id="{5B5056C3-9264-D7A6-011D-7941DB1F3DCB}"/>
                </a:ext>
              </a:extLst>
            </p:cNvPr>
            <p:cNvSpPr/>
            <p:nvPr/>
          </p:nvSpPr>
          <p:spPr>
            <a:xfrm>
              <a:off x="2656959" y="3630278"/>
              <a:ext cx="1488950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200" dirty="0">
                  <a:solidFill>
                    <a:schemeClr val="dk1"/>
                  </a:solidFill>
                </a:rPr>
                <a:t>真实结果</a:t>
              </a:r>
              <a:endParaRPr lang="en-US" sz="1200" dirty="0">
                <a:solidFill>
                  <a:schemeClr val="dk1"/>
                </a:solidFill>
              </a:endParaRPr>
            </a:p>
          </p:txBody>
        </p: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A6A30CA8-382D-27DF-615D-9E828EA201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92010" y="2995968"/>
              <a:ext cx="3170974" cy="79288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8" name="Text 2">
              <a:extLst>
                <a:ext uri="{FF2B5EF4-FFF2-40B4-BE49-F238E27FC236}">
                  <a16:creationId xmlns:a16="http://schemas.microsoft.com/office/drawing/2014/main" id="{B21A7C8E-2BB1-89C0-7433-8A43ABD3E5AB}"/>
                </a:ext>
              </a:extLst>
            </p:cNvPr>
            <p:cNvSpPr/>
            <p:nvPr/>
          </p:nvSpPr>
          <p:spPr>
            <a:xfrm>
              <a:off x="6174112" y="3153310"/>
              <a:ext cx="1488950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200" dirty="0">
                  <a:solidFill>
                    <a:schemeClr val="dk1"/>
                  </a:solidFill>
                </a:rPr>
                <a:t>在线更新</a:t>
              </a:r>
              <a:endParaRPr lang="en-US" sz="1200" dirty="0">
                <a:solidFill>
                  <a:schemeClr val="dk1"/>
                </a:solidFill>
              </a:endParaRPr>
            </a:p>
          </p:txBody>
        </p:sp>
        <p:sp>
          <p:nvSpPr>
            <p:cNvPr id="100" name="Text 2">
              <a:extLst>
                <a:ext uri="{FF2B5EF4-FFF2-40B4-BE49-F238E27FC236}">
                  <a16:creationId xmlns:a16="http://schemas.microsoft.com/office/drawing/2014/main" id="{29789AD9-5407-42D5-863C-0D516385FDE5}"/>
                </a:ext>
              </a:extLst>
            </p:cNvPr>
            <p:cNvSpPr/>
            <p:nvPr/>
          </p:nvSpPr>
          <p:spPr>
            <a:xfrm>
              <a:off x="3395895" y="2857617"/>
              <a:ext cx="401537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600" b="1" dirty="0">
                  <a:solidFill>
                    <a:schemeClr val="dk1"/>
                  </a:solidFill>
                </a:rPr>
                <a:t>①</a:t>
              </a:r>
              <a:endParaRPr lang="en-US" sz="1200" b="1" dirty="0">
                <a:solidFill>
                  <a:schemeClr val="dk1"/>
                </a:solidFill>
              </a:endParaRPr>
            </a:p>
          </p:txBody>
        </p:sp>
        <p:sp>
          <p:nvSpPr>
            <p:cNvPr id="101" name="Text 2">
              <a:extLst>
                <a:ext uri="{FF2B5EF4-FFF2-40B4-BE49-F238E27FC236}">
                  <a16:creationId xmlns:a16="http://schemas.microsoft.com/office/drawing/2014/main" id="{C66B1CEC-3CDF-706A-5AEF-416DEF20DFFD}"/>
                </a:ext>
              </a:extLst>
            </p:cNvPr>
            <p:cNvSpPr/>
            <p:nvPr/>
          </p:nvSpPr>
          <p:spPr>
            <a:xfrm>
              <a:off x="6038079" y="2652166"/>
              <a:ext cx="401537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600" b="1" dirty="0">
                  <a:solidFill>
                    <a:schemeClr val="dk1"/>
                  </a:solidFill>
                </a:rPr>
                <a:t>②</a:t>
              </a:r>
              <a:endParaRPr lang="en-US" sz="1200" b="1" dirty="0">
                <a:solidFill>
                  <a:schemeClr val="dk1"/>
                </a:solidFill>
              </a:endParaRPr>
            </a:p>
          </p:txBody>
        </p:sp>
        <p:sp>
          <p:nvSpPr>
            <p:cNvPr id="102" name="Text 2">
              <a:extLst>
                <a:ext uri="{FF2B5EF4-FFF2-40B4-BE49-F238E27FC236}">
                  <a16:creationId xmlns:a16="http://schemas.microsoft.com/office/drawing/2014/main" id="{4399E521-4A07-D37F-4A3D-F6DDC5278E3F}"/>
                </a:ext>
              </a:extLst>
            </p:cNvPr>
            <p:cNvSpPr/>
            <p:nvPr/>
          </p:nvSpPr>
          <p:spPr>
            <a:xfrm>
              <a:off x="8467270" y="2647128"/>
              <a:ext cx="401537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600" b="1" dirty="0">
                  <a:solidFill>
                    <a:schemeClr val="dk1"/>
                  </a:solidFill>
                </a:rPr>
                <a:t>③</a:t>
              </a:r>
              <a:endParaRPr lang="en-US" sz="1200" b="1" dirty="0">
                <a:solidFill>
                  <a:schemeClr val="dk1"/>
                </a:solidFill>
              </a:endParaRPr>
            </a:p>
          </p:txBody>
        </p:sp>
        <p:sp>
          <p:nvSpPr>
            <p:cNvPr id="103" name="Text 2">
              <a:extLst>
                <a:ext uri="{FF2B5EF4-FFF2-40B4-BE49-F238E27FC236}">
                  <a16:creationId xmlns:a16="http://schemas.microsoft.com/office/drawing/2014/main" id="{78900468-79AB-349B-4615-ED80500F0513}"/>
                </a:ext>
              </a:extLst>
            </p:cNvPr>
            <p:cNvSpPr/>
            <p:nvPr/>
          </p:nvSpPr>
          <p:spPr>
            <a:xfrm>
              <a:off x="9530110" y="3117929"/>
              <a:ext cx="401537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600" b="1" dirty="0">
                  <a:solidFill>
                    <a:schemeClr val="dk1"/>
                  </a:solidFill>
                </a:rPr>
                <a:t>④</a:t>
              </a:r>
              <a:endParaRPr lang="en-US" sz="1200" b="1" dirty="0">
                <a:solidFill>
                  <a:schemeClr val="dk1"/>
                </a:solidFill>
              </a:endParaRPr>
            </a:p>
          </p:txBody>
        </p:sp>
        <p:sp>
          <p:nvSpPr>
            <p:cNvPr id="104" name="Text 2">
              <a:extLst>
                <a:ext uri="{FF2B5EF4-FFF2-40B4-BE49-F238E27FC236}">
                  <a16:creationId xmlns:a16="http://schemas.microsoft.com/office/drawing/2014/main" id="{15747F8F-0831-4FF7-2A9A-07E5519C44FC}"/>
                </a:ext>
              </a:extLst>
            </p:cNvPr>
            <p:cNvSpPr/>
            <p:nvPr/>
          </p:nvSpPr>
          <p:spPr>
            <a:xfrm>
              <a:off x="8491475" y="3933742"/>
              <a:ext cx="401537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600" b="1" dirty="0">
                  <a:solidFill>
                    <a:schemeClr val="dk1"/>
                  </a:solidFill>
                </a:rPr>
                <a:t>⑤</a:t>
              </a:r>
              <a:endParaRPr lang="en-US" sz="1200" b="1" dirty="0">
                <a:solidFill>
                  <a:schemeClr val="dk1"/>
                </a:solidFill>
              </a:endParaRPr>
            </a:p>
          </p:txBody>
        </p:sp>
        <p:sp>
          <p:nvSpPr>
            <p:cNvPr id="105" name="Text 2">
              <a:extLst>
                <a:ext uri="{FF2B5EF4-FFF2-40B4-BE49-F238E27FC236}">
                  <a16:creationId xmlns:a16="http://schemas.microsoft.com/office/drawing/2014/main" id="{AC50D5A6-D85D-52D1-36ED-4194DE2E4B64}"/>
                </a:ext>
              </a:extLst>
            </p:cNvPr>
            <p:cNvSpPr/>
            <p:nvPr/>
          </p:nvSpPr>
          <p:spPr>
            <a:xfrm>
              <a:off x="4206174" y="5214644"/>
              <a:ext cx="401537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600" b="1" dirty="0">
                  <a:solidFill>
                    <a:schemeClr val="dk1"/>
                  </a:solidFill>
                </a:rPr>
                <a:t>⑥</a:t>
              </a:r>
              <a:endParaRPr lang="en-US" sz="1200" b="1" dirty="0">
                <a:solidFill>
                  <a:schemeClr val="dk1"/>
                </a:solidFill>
              </a:endParaRPr>
            </a:p>
          </p:txBody>
        </p:sp>
        <p:sp>
          <p:nvSpPr>
            <p:cNvPr id="106" name="Text 2">
              <a:extLst>
                <a:ext uri="{FF2B5EF4-FFF2-40B4-BE49-F238E27FC236}">
                  <a16:creationId xmlns:a16="http://schemas.microsoft.com/office/drawing/2014/main" id="{E46DE22F-FF30-945C-E392-2E346A0D15E1}"/>
                </a:ext>
              </a:extLst>
            </p:cNvPr>
            <p:cNvSpPr/>
            <p:nvPr/>
          </p:nvSpPr>
          <p:spPr>
            <a:xfrm>
              <a:off x="3527852" y="3340943"/>
              <a:ext cx="401537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600" b="1" dirty="0">
                  <a:solidFill>
                    <a:schemeClr val="dk1"/>
                  </a:solidFill>
                </a:rPr>
                <a:t>⑦</a:t>
              </a:r>
              <a:endParaRPr lang="en-US" sz="1200" b="1" dirty="0">
                <a:solidFill>
                  <a:schemeClr val="dk1"/>
                </a:solidFill>
              </a:endParaRPr>
            </a:p>
          </p:txBody>
        </p:sp>
        <p:sp>
          <p:nvSpPr>
            <p:cNvPr id="107" name="Text 2">
              <a:extLst>
                <a:ext uri="{FF2B5EF4-FFF2-40B4-BE49-F238E27FC236}">
                  <a16:creationId xmlns:a16="http://schemas.microsoft.com/office/drawing/2014/main" id="{AE8D5B94-E123-05DD-DF11-8C742FCE42BB}"/>
                </a:ext>
              </a:extLst>
            </p:cNvPr>
            <p:cNvSpPr/>
            <p:nvPr/>
          </p:nvSpPr>
          <p:spPr>
            <a:xfrm>
              <a:off x="6063626" y="3638095"/>
              <a:ext cx="401537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600" b="1" dirty="0">
                  <a:solidFill>
                    <a:schemeClr val="dk1"/>
                  </a:solidFill>
                </a:rPr>
                <a:t>⑧</a:t>
              </a:r>
              <a:endParaRPr lang="en-US" sz="1200" b="1" dirty="0"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7247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138AEA8F-A610-C0DF-C699-208438DC3EAC}"/>
              </a:ext>
            </a:extLst>
          </p:cNvPr>
          <p:cNvGrpSpPr/>
          <p:nvPr/>
        </p:nvGrpSpPr>
        <p:grpSpPr>
          <a:xfrm>
            <a:off x="89828" y="1822824"/>
            <a:ext cx="10793325" cy="3801994"/>
            <a:chOff x="89828" y="1822824"/>
            <a:chExt cx="10793325" cy="3801994"/>
          </a:xfrm>
        </p:grpSpPr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38677326-6D13-CB27-5F03-9C1AEF727263}"/>
                </a:ext>
              </a:extLst>
            </p:cNvPr>
            <p:cNvGrpSpPr/>
            <p:nvPr/>
          </p:nvGrpSpPr>
          <p:grpSpPr>
            <a:xfrm>
              <a:off x="4043794" y="1822824"/>
              <a:ext cx="6839359" cy="2807200"/>
              <a:chOff x="3314978" y="1511590"/>
              <a:chExt cx="5806440" cy="3749040"/>
            </a:xfrm>
          </p:grpSpPr>
          <p:sp>
            <p:nvSpPr>
              <p:cNvPr id="16" name="Shape 12">
                <a:extLst>
                  <a:ext uri="{FF2B5EF4-FFF2-40B4-BE49-F238E27FC236}">
                    <a16:creationId xmlns:a16="http://schemas.microsoft.com/office/drawing/2014/main" id="{BE7DAD37-A1A8-2BF6-0C8A-4F2215C8021A}"/>
                  </a:ext>
                </a:extLst>
              </p:cNvPr>
              <p:cNvSpPr/>
              <p:nvPr/>
            </p:nvSpPr>
            <p:spPr>
              <a:xfrm>
                <a:off x="3314978" y="1511590"/>
                <a:ext cx="5806440" cy="374904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rgbClr val="334155"/>
                </a:solidFill>
                <a:prstDash val="solid"/>
              </a:ln>
              <a:effectLst>
                <a:outerShdw blurRad="38100" dist="19050" dir="2700000" algn="bl" rotWithShape="0">
                  <a:srgbClr val="000000">
                    <a:alpha val="15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Text 13">
                <a:extLst>
                  <a:ext uri="{FF2B5EF4-FFF2-40B4-BE49-F238E27FC236}">
                    <a16:creationId xmlns:a16="http://schemas.microsoft.com/office/drawing/2014/main" id="{7797F42C-C1E2-9E40-67A7-1DDEFD6275F5}"/>
                  </a:ext>
                </a:extLst>
              </p:cNvPr>
              <p:cNvSpPr/>
              <p:nvPr/>
            </p:nvSpPr>
            <p:spPr>
              <a:xfrm>
                <a:off x="4635624" y="1597370"/>
                <a:ext cx="3063240" cy="5943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algn="ctr">
                  <a:buNone/>
                </a:pPr>
                <a:r>
                  <a:rPr lang="zh-CN" altLang="en-US" sz="2000" b="1" dirty="0">
                    <a:solidFill>
                      <a:schemeClr val="dk1"/>
                    </a:solidFill>
                  </a:rPr>
                  <a:t>本系统</a:t>
                </a:r>
                <a:endParaRPr lang="en-US" sz="2000" b="1" dirty="0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25E98124-A6BF-4AF1-C156-0ADFD5550434}"/>
                </a:ext>
              </a:extLst>
            </p:cNvPr>
            <p:cNvGrpSpPr/>
            <p:nvPr/>
          </p:nvGrpSpPr>
          <p:grpSpPr>
            <a:xfrm>
              <a:off x="4233375" y="2384002"/>
              <a:ext cx="1636896" cy="667708"/>
              <a:chOff x="3467010" y="2546478"/>
              <a:chExt cx="1636896" cy="667708"/>
            </a:xfrm>
          </p:grpSpPr>
          <p:sp>
            <p:nvSpPr>
              <p:cNvPr id="19" name="Shape 15">
                <a:extLst>
                  <a:ext uri="{FF2B5EF4-FFF2-40B4-BE49-F238E27FC236}">
                    <a16:creationId xmlns:a16="http://schemas.microsoft.com/office/drawing/2014/main" id="{2984075E-D2FD-C4EF-BCE0-178548926777}"/>
                  </a:ext>
                </a:extLst>
              </p:cNvPr>
              <p:cNvSpPr/>
              <p:nvPr/>
            </p:nvSpPr>
            <p:spPr>
              <a:xfrm>
                <a:off x="3467010" y="2546478"/>
                <a:ext cx="1636896" cy="667708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rgbClr val="334155"/>
                </a:solidFill>
                <a:prstDash val="solid"/>
              </a:ln>
              <a:effectLst>
                <a:outerShdw blurRad="38100" dist="19050" dir="2700000" algn="bl" rotWithShape="0">
                  <a:srgbClr val="000000">
                    <a:alpha val="15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Text 16">
                <a:extLst>
                  <a:ext uri="{FF2B5EF4-FFF2-40B4-BE49-F238E27FC236}">
                    <a16:creationId xmlns:a16="http://schemas.microsoft.com/office/drawing/2014/main" id="{256C8D91-6D8A-1018-1BAE-4F548A6805AC}"/>
                  </a:ext>
                </a:extLst>
              </p:cNvPr>
              <p:cNvSpPr/>
              <p:nvPr/>
            </p:nvSpPr>
            <p:spPr>
              <a:xfrm>
                <a:off x="3579899" y="2595692"/>
                <a:ext cx="1411117" cy="60411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algn="ctr">
                  <a:buNone/>
                </a:pPr>
                <a:r>
                  <a:rPr lang="zh-CN" altLang="en-US" sz="1400" dirty="0">
                    <a:solidFill>
                      <a:schemeClr val="dk1"/>
                    </a:solidFill>
                  </a:rPr>
                  <a:t>上下文与输入获取模块</a:t>
                </a:r>
                <a:endParaRPr lang="en-US" sz="1400" dirty="0"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22" name="Text 18">
              <a:extLst>
                <a:ext uri="{FF2B5EF4-FFF2-40B4-BE49-F238E27FC236}">
                  <a16:creationId xmlns:a16="http://schemas.microsoft.com/office/drawing/2014/main" id="{BD89ED18-852B-9F68-44E8-B4A56DD14102}"/>
                </a:ext>
              </a:extLst>
            </p:cNvPr>
            <p:cNvSpPr/>
            <p:nvPr/>
          </p:nvSpPr>
          <p:spPr>
            <a:xfrm>
              <a:off x="6347183" y="2745880"/>
              <a:ext cx="1583255" cy="60411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endParaRPr lang="en-US" dirty="0">
                <a:solidFill>
                  <a:schemeClr val="dk1"/>
                </a:solidFill>
              </a:endParaRPr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DFCA2AD1-7029-65B0-88D5-DD0D714944FE}"/>
                </a:ext>
              </a:extLst>
            </p:cNvPr>
            <p:cNvGrpSpPr/>
            <p:nvPr/>
          </p:nvGrpSpPr>
          <p:grpSpPr>
            <a:xfrm>
              <a:off x="89828" y="2298410"/>
              <a:ext cx="2736669" cy="1828606"/>
              <a:chOff x="113211" y="1929841"/>
              <a:chExt cx="2736669" cy="1828606"/>
            </a:xfrm>
          </p:grpSpPr>
          <p:sp>
            <p:nvSpPr>
              <p:cNvPr id="5" name="Shape 1">
                <a:extLst>
                  <a:ext uri="{FF2B5EF4-FFF2-40B4-BE49-F238E27FC236}">
                    <a16:creationId xmlns:a16="http://schemas.microsoft.com/office/drawing/2014/main" id="{617F978E-4CC9-21DB-A1A5-8479C2B4B4BC}"/>
                  </a:ext>
                </a:extLst>
              </p:cNvPr>
              <p:cNvSpPr/>
              <p:nvPr/>
            </p:nvSpPr>
            <p:spPr>
              <a:xfrm>
                <a:off x="113211" y="1929841"/>
                <a:ext cx="2736669" cy="182860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rgbClr val="334155"/>
                </a:solidFill>
                <a:prstDash val="solid"/>
              </a:ln>
              <a:effectLst>
                <a:outerShdw blurRad="38100" dist="19050" dir="2700000" algn="bl" rotWithShape="0">
                  <a:srgbClr val="000000">
                    <a:alpha val="15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Text 2">
                <a:extLst>
                  <a:ext uri="{FF2B5EF4-FFF2-40B4-BE49-F238E27FC236}">
                    <a16:creationId xmlns:a16="http://schemas.microsoft.com/office/drawing/2014/main" id="{8C97E19C-EDF3-8987-3B47-53F26427482F}"/>
                  </a:ext>
                </a:extLst>
              </p:cNvPr>
              <p:cNvSpPr/>
              <p:nvPr/>
            </p:nvSpPr>
            <p:spPr>
              <a:xfrm>
                <a:off x="425591" y="1985337"/>
                <a:ext cx="2148840" cy="39822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algn="ctr">
                  <a:buNone/>
                </a:pPr>
                <a:r>
                  <a:rPr lang="zh-CN" altLang="en-US" b="1" dirty="0">
                    <a:solidFill>
                      <a:schemeClr val="dk1"/>
                    </a:solidFill>
                  </a:rPr>
                  <a:t>工作流执行引擎</a:t>
                </a:r>
                <a:endParaRPr lang="en-US" b="1" dirty="0"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82" name="组合 81">
                <a:extLst>
                  <a:ext uri="{FF2B5EF4-FFF2-40B4-BE49-F238E27FC236}">
                    <a16:creationId xmlns:a16="http://schemas.microsoft.com/office/drawing/2014/main" id="{069C6B18-A234-1DFE-9D13-FC606F1945DB}"/>
                  </a:ext>
                </a:extLst>
              </p:cNvPr>
              <p:cNvGrpSpPr/>
              <p:nvPr/>
            </p:nvGrpSpPr>
            <p:grpSpPr>
              <a:xfrm>
                <a:off x="223563" y="2436876"/>
                <a:ext cx="2494055" cy="1090159"/>
                <a:chOff x="755875" y="5441726"/>
                <a:chExt cx="2494055" cy="1090159"/>
              </a:xfrm>
            </p:grpSpPr>
            <p:sp>
              <p:nvSpPr>
                <p:cNvPr id="60" name="矩形: 圆角 59">
                  <a:extLst>
                    <a:ext uri="{FF2B5EF4-FFF2-40B4-BE49-F238E27FC236}">
                      <a16:creationId xmlns:a16="http://schemas.microsoft.com/office/drawing/2014/main" id="{81DE4F76-B578-FE61-5EC0-CF69EB9094DC}"/>
                    </a:ext>
                  </a:extLst>
                </p:cNvPr>
                <p:cNvSpPr/>
                <p:nvPr/>
              </p:nvSpPr>
              <p:spPr>
                <a:xfrm>
                  <a:off x="1764030" y="6207448"/>
                  <a:ext cx="480117" cy="324437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B1</a:t>
                  </a:r>
                  <a:endParaRPr lang="zh-CN" altLang="en-US" dirty="0"/>
                </a:p>
              </p:txBody>
            </p:sp>
            <p:sp>
              <p:nvSpPr>
                <p:cNvPr id="61" name="矩形: 圆角 60">
                  <a:extLst>
                    <a:ext uri="{FF2B5EF4-FFF2-40B4-BE49-F238E27FC236}">
                      <a16:creationId xmlns:a16="http://schemas.microsoft.com/office/drawing/2014/main" id="{E6FFC25E-84C7-494F-42F4-D73FF6A83187}"/>
                    </a:ext>
                  </a:extLst>
                </p:cNvPr>
                <p:cNvSpPr/>
                <p:nvPr/>
              </p:nvSpPr>
              <p:spPr>
                <a:xfrm>
                  <a:off x="1764029" y="5441726"/>
                  <a:ext cx="480118" cy="324437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B2</a:t>
                  </a:r>
                  <a:endParaRPr lang="zh-CN" altLang="en-US" dirty="0"/>
                </a:p>
              </p:txBody>
            </p:sp>
            <p:sp>
              <p:nvSpPr>
                <p:cNvPr id="69" name="矩形: 圆角 68">
                  <a:extLst>
                    <a:ext uri="{FF2B5EF4-FFF2-40B4-BE49-F238E27FC236}">
                      <a16:creationId xmlns:a16="http://schemas.microsoft.com/office/drawing/2014/main" id="{0EAAD55B-06E2-8414-FE66-0089AC9A6A3B}"/>
                    </a:ext>
                  </a:extLst>
                </p:cNvPr>
                <p:cNvSpPr/>
                <p:nvPr/>
              </p:nvSpPr>
              <p:spPr>
                <a:xfrm>
                  <a:off x="2769812" y="5831673"/>
                  <a:ext cx="480118" cy="324437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C</a:t>
                  </a:r>
                  <a:endParaRPr lang="zh-CN" altLang="en-US" dirty="0"/>
                </a:p>
              </p:txBody>
            </p:sp>
            <p:sp>
              <p:nvSpPr>
                <p:cNvPr id="70" name="矩形: 圆角 69">
                  <a:extLst>
                    <a:ext uri="{FF2B5EF4-FFF2-40B4-BE49-F238E27FC236}">
                      <a16:creationId xmlns:a16="http://schemas.microsoft.com/office/drawing/2014/main" id="{872A5504-6B00-01EC-7F66-6070EEBB8412}"/>
                    </a:ext>
                  </a:extLst>
                </p:cNvPr>
                <p:cNvSpPr/>
                <p:nvPr/>
              </p:nvSpPr>
              <p:spPr>
                <a:xfrm>
                  <a:off x="755875" y="5818828"/>
                  <a:ext cx="480118" cy="324437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A</a:t>
                  </a:r>
                  <a:endParaRPr lang="zh-CN" altLang="en-US" dirty="0"/>
                </a:p>
              </p:txBody>
            </p:sp>
            <p:cxnSp>
              <p:nvCxnSpPr>
                <p:cNvPr id="72" name="连接符: 肘形 71">
                  <a:extLst>
                    <a:ext uri="{FF2B5EF4-FFF2-40B4-BE49-F238E27FC236}">
                      <a16:creationId xmlns:a16="http://schemas.microsoft.com/office/drawing/2014/main" id="{DF2154C1-5460-B2E1-811B-E546659058E0}"/>
                    </a:ext>
                  </a:extLst>
                </p:cNvPr>
                <p:cNvCxnSpPr>
                  <a:stCxn id="70" idx="3"/>
                  <a:endCxn id="61" idx="1"/>
                </p:cNvCxnSpPr>
                <p:nvPr/>
              </p:nvCxnSpPr>
              <p:spPr>
                <a:xfrm flipV="1">
                  <a:off x="1235993" y="5603945"/>
                  <a:ext cx="528036" cy="377102"/>
                </a:xfrm>
                <a:prstGeom prst="bentConnector3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连接符: 肘形 72">
                  <a:extLst>
                    <a:ext uri="{FF2B5EF4-FFF2-40B4-BE49-F238E27FC236}">
                      <a16:creationId xmlns:a16="http://schemas.microsoft.com/office/drawing/2014/main" id="{FE8BDA60-FD45-1BD4-19B0-FD98D144DAD4}"/>
                    </a:ext>
                  </a:extLst>
                </p:cNvPr>
                <p:cNvCxnSpPr>
                  <a:cxnSpLocks/>
                  <a:stCxn id="70" idx="3"/>
                  <a:endCxn id="60" idx="1"/>
                </p:cNvCxnSpPr>
                <p:nvPr/>
              </p:nvCxnSpPr>
              <p:spPr>
                <a:xfrm>
                  <a:off x="1235993" y="5981047"/>
                  <a:ext cx="528037" cy="388620"/>
                </a:xfrm>
                <a:prstGeom prst="bentConnector3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连接符: 肘形 75">
                  <a:extLst>
                    <a:ext uri="{FF2B5EF4-FFF2-40B4-BE49-F238E27FC236}">
                      <a16:creationId xmlns:a16="http://schemas.microsoft.com/office/drawing/2014/main" id="{90ECA90B-17E3-FBC4-1499-8F57B4665D84}"/>
                    </a:ext>
                  </a:extLst>
                </p:cNvPr>
                <p:cNvCxnSpPr>
                  <a:cxnSpLocks/>
                  <a:stCxn id="61" idx="3"/>
                  <a:endCxn id="69" idx="1"/>
                </p:cNvCxnSpPr>
                <p:nvPr/>
              </p:nvCxnSpPr>
              <p:spPr>
                <a:xfrm>
                  <a:off x="2244147" y="5603945"/>
                  <a:ext cx="525665" cy="389947"/>
                </a:xfrm>
                <a:prstGeom prst="bentConnector3">
                  <a:avLst>
                    <a:gd name="adj1" fmla="val 50000"/>
                  </a:avLst>
                </a:prstGeom>
                <a:ln w="381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连接符: 肘形 78">
                  <a:extLst>
                    <a:ext uri="{FF2B5EF4-FFF2-40B4-BE49-F238E27FC236}">
                      <a16:creationId xmlns:a16="http://schemas.microsoft.com/office/drawing/2014/main" id="{7C1116C9-71F2-DBEC-1FB9-E80570F5DC6F}"/>
                    </a:ext>
                  </a:extLst>
                </p:cNvPr>
                <p:cNvCxnSpPr>
                  <a:cxnSpLocks/>
                  <a:stCxn id="60" idx="3"/>
                  <a:endCxn id="69" idx="1"/>
                </p:cNvCxnSpPr>
                <p:nvPr/>
              </p:nvCxnSpPr>
              <p:spPr>
                <a:xfrm flipV="1">
                  <a:off x="2244147" y="5993892"/>
                  <a:ext cx="525665" cy="375775"/>
                </a:xfrm>
                <a:prstGeom prst="bentConnector3">
                  <a:avLst>
                    <a:gd name="adj1" fmla="val 50000"/>
                  </a:avLst>
                </a:prstGeom>
                <a:ln w="381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E91F3F0E-CBC7-E59A-6F87-219828956E1A}"/>
                </a:ext>
              </a:extLst>
            </p:cNvPr>
            <p:cNvCxnSpPr>
              <a:cxnSpLocks/>
              <a:stCxn id="19" idx="3"/>
              <a:endCxn id="8" idx="1"/>
            </p:cNvCxnSpPr>
            <p:nvPr/>
          </p:nvCxnSpPr>
          <p:spPr>
            <a:xfrm>
              <a:off x="5870271" y="2717856"/>
              <a:ext cx="778940" cy="140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Text 2">
              <a:extLst>
                <a:ext uri="{FF2B5EF4-FFF2-40B4-BE49-F238E27FC236}">
                  <a16:creationId xmlns:a16="http://schemas.microsoft.com/office/drawing/2014/main" id="{E0D9D341-BED4-1A37-58A4-F3AADCD5E8DA}"/>
                </a:ext>
              </a:extLst>
            </p:cNvPr>
            <p:cNvSpPr/>
            <p:nvPr/>
          </p:nvSpPr>
          <p:spPr>
            <a:xfrm>
              <a:off x="2771424" y="2472906"/>
              <a:ext cx="1488950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200" dirty="0">
                  <a:solidFill>
                    <a:schemeClr val="dk1"/>
                  </a:solidFill>
                </a:rPr>
                <a:t>运行时上下文</a:t>
              </a:r>
              <a:endParaRPr lang="en-US" sz="1200" dirty="0">
                <a:solidFill>
                  <a:schemeClr val="dk1"/>
                </a:solidFill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A3D89879-E1B5-747D-00CA-B90BD0659B31}"/>
                </a:ext>
              </a:extLst>
            </p:cNvPr>
            <p:cNvGrpSpPr/>
            <p:nvPr/>
          </p:nvGrpSpPr>
          <p:grpSpPr>
            <a:xfrm>
              <a:off x="6649211" y="2385408"/>
              <a:ext cx="1636896" cy="667708"/>
              <a:chOff x="3467010" y="2546478"/>
              <a:chExt cx="1636896" cy="667708"/>
            </a:xfrm>
          </p:grpSpPr>
          <p:sp>
            <p:nvSpPr>
              <p:cNvPr id="8" name="Shape 15">
                <a:extLst>
                  <a:ext uri="{FF2B5EF4-FFF2-40B4-BE49-F238E27FC236}">
                    <a16:creationId xmlns:a16="http://schemas.microsoft.com/office/drawing/2014/main" id="{010EF13F-83FC-2B5F-E20B-D52395AE38A9}"/>
                  </a:ext>
                </a:extLst>
              </p:cNvPr>
              <p:cNvSpPr/>
              <p:nvPr/>
            </p:nvSpPr>
            <p:spPr>
              <a:xfrm>
                <a:off x="3467010" y="2546478"/>
                <a:ext cx="1636896" cy="667708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rgbClr val="334155"/>
                </a:solidFill>
                <a:prstDash val="solid"/>
              </a:ln>
              <a:effectLst>
                <a:outerShdw blurRad="38100" dist="19050" dir="2700000" algn="bl" rotWithShape="0">
                  <a:srgbClr val="000000">
                    <a:alpha val="15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Text 16">
                <a:extLst>
                  <a:ext uri="{FF2B5EF4-FFF2-40B4-BE49-F238E27FC236}">
                    <a16:creationId xmlns:a16="http://schemas.microsoft.com/office/drawing/2014/main" id="{97C1DD4C-9E3B-347C-5AAE-0C2045EAB727}"/>
                  </a:ext>
                </a:extLst>
              </p:cNvPr>
              <p:cNvSpPr/>
              <p:nvPr/>
            </p:nvSpPr>
            <p:spPr>
              <a:xfrm>
                <a:off x="3579899" y="2595692"/>
                <a:ext cx="1411117" cy="60411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algn="ctr">
                  <a:buNone/>
                </a:pPr>
                <a:r>
                  <a:rPr lang="zh-CN" altLang="en-US" sz="1400" dirty="0">
                    <a:solidFill>
                      <a:schemeClr val="dk1"/>
                    </a:solidFill>
                  </a:rPr>
                  <a:t>输入特征</a:t>
                </a:r>
                <a:endParaRPr lang="en-US" altLang="zh-CN" sz="1400" dirty="0">
                  <a:solidFill>
                    <a:schemeClr val="dk1"/>
                  </a:solidFill>
                </a:endParaRPr>
              </a:p>
              <a:p>
                <a:pPr indent="0" algn="ctr">
                  <a:buNone/>
                </a:pPr>
                <a:r>
                  <a:rPr lang="zh-CN" altLang="en-US" sz="1400" dirty="0">
                    <a:solidFill>
                      <a:schemeClr val="dk1"/>
                    </a:solidFill>
                  </a:rPr>
                  <a:t>提取模块</a:t>
                </a:r>
                <a:endParaRPr lang="en-US" sz="1400" dirty="0"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42" name="Shape 15">
              <a:extLst>
                <a:ext uri="{FF2B5EF4-FFF2-40B4-BE49-F238E27FC236}">
                  <a16:creationId xmlns:a16="http://schemas.microsoft.com/office/drawing/2014/main" id="{E4B2817F-60A2-17A3-F803-CA1BBF0F5F02}"/>
                </a:ext>
              </a:extLst>
            </p:cNvPr>
            <p:cNvSpPr/>
            <p:nvPr/>
          </p:nvSpPr>
          <p:spPr>
            <a:xfrm>
              <a:off x="6639673" y="3676208"/>
              <a:ext cx="1636896" cy="667708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334155"/>
              </a:solidFill>
              <a:prstDash val="solid"/>
            </a:ln>
            <a:effectLst>
              <a:outerShdw blurRad="38100" dist="1905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45" name="Shape 15">
              <a:extLst>
                <a:ext uri="{FF2B5EF4-FFF2-40B4-BE49-F238E27FC236}">
                  <a16:creationId xmlns:a16="http://schemas.microsoft.com/office/drawing/2014/main" id="{D04A34B2-A5DA-000A-4C01-A7A27DB3BE66}"/>
                </a:ext>
              </a:extLst>
            </p:cNvPr>
            <p:cNvSpPr/>
            <p:nvPr/>
          </p:nvSpPr>
          <p:spPr>
            <a:xfrm>
              <a:off x="9051032" y="3682694"/>
              <a:ext cx="1636896" cy="667708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334155"/>
              </a:solidFill>
              <a:prstDash val="solid"/>
            </a:ln>
            <a:effectLst>
              <a:outerShdw blurRad="38100" dist="1905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Shape 15">
              <a:extLst>
                <a:ext uri="{FF2B5EF4-FFF2-40B4-BE49-F238E27FC236}">
                  <a16:creationId xmlns:a16="http://schemas.microsoft.com/office/drawing/2014/main" id="{C46A60D9-F728-F171-2834-801C2A97EA9D}"/>
                </a:ext>
              </a:extLst>
            </p:cNvPr>
            <p:cNvSpPr/>
            <p:nvPr/>
          </p:nvSpPr>
          <p:spPr>
            <a:xfrm>
              <a:off x="9051032" y="2389767"/>
              <a:ext cx="1636896" cy="667708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334155"/>
              </a:solidFill>
              <a:prstDash val="solid"/>
            </a:ln>
            <a:effectLst>
              <a:outerShdw blurRad="38100" dist="1905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Shape 15">
              <a:extLst>
                <a:ext uri="{FF2B5EF4-FFF2-40B4-BE49-F238E27FC236}">
                  <a16:creationId xmlns:a16="http://schemas.microsoft.com/office/drawing/2014/main" id="{35AD38BD-AACC-8832-1349-15D9FF1AA449}"/>
                </a:ext>
              </a:extLst>
            </p:cNvPr>
            <p:cNvSpPr/>
            <p:nvPr/>
          </p:nvSpPr>
          <p:spPr>
            <a:xfrm>
              <a:off x="4228314" y="3682694"/>
              <a:ext cx="1636896" cy="667708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334155"/>
              </a:solidFill>
              <a:prstDash val="solid"/>
            </a:ln>
            <a:effectLst>
              <a:outerShdw blurRad="38100" dist="1905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FBD9A393-D60E-D7B2-D9E9-D825AC551D1B}"/>
                </a:ext>
              </a:extLst>
            </p:cNvPr>
            <p:cNvCxnSpPr>
              <a:cxnSpLocks/>
              <a:stCxn id="5" idx="3"/>
              <a:endCxn id="19" idx="1"/>
            </p:cNvCxnSpPr>
            <p:nvPr/>
          </p:nvCxnSpPr>
          <p:spPr>
            <a:xfrm flipV="1">
              <a:off x="2826497" y="2717856"/>
              <a:ext cx="1406878" cy="49485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Text 2">
              <a:extLst>
                <a:ext uri="{FF2B5EF4-FFF2-40B4-BE49-F238E27FC236}">
                  <a16:creationId xmlns:a16="http://schemas.microsoft.com/office/drawing/2014/main" id="{3CD3832B-B6C8-A0D4-CA97-016672F79792}"/>
                </a:ext>
              </a:extLst>
            </p:cNvPr>
            <p:cNvSpPr/>
            <p:nvPr/>
          </p:nvSpPr>
          <p:spPr>
            <a:xfrm>
              <a:off x="5851217" y="2345128"/>
              <a:ext cx="797993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200" dirty="0">
                  <a:solidFill>
                    <a:schemeClr val="dk1"/>
                  </a:solidFill>
                </a:rPr>
                <a:t>输入记录</a:t>
              </a:r>
              <a:endParaRPr lang="en-US" sz="1200" dirty="0">
                <a:solidFill>
                  <a:schemeClr val="dk1"/>
                </a:solidFill>
              </a:endParaRPr>
            </a:p>
          </p:txBody>
        </p:sp>
        <p:sp>
          <p:nvSpPr>
            <p:cNvPr id="59" name="Text 2">
              <a:extLst>
                <a:ext uri="{FF2B5EF4-FFF2-40B4-BE49-F238E27FC236}">
                  <a16:creationId xmlns:a16="http://schemas.microsoft.com/office/drawing/2014/main" id="{9ACBD3E2-F3E2-A7CC-72CF-0B0F69A65F83}"/>
                </a:ext>
              </a:extLst>
            </p:cNvPr>
            <p:cNvSpPr/>
            <p:nvPr/>
          </p:nvSpPr>
          <p:spPr>
            <a:xfrm>
              <a:off x="8257090" y="2355342"/>
              <a:ext cx="797993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200" dirty="0">
                  <a:solidFill>
                    <a:schemeClr val="dk1"/>
                  </a:solidFill>
                </a:rPr>
                <a:t>特征表示</a:t>
              </a:r>
              <a:endParaRPr lang="en-US" sz="1200" dirty="0">
                <a:solidFill>
                  <a:schemeClr val="dk1"/>
                </a:solidFill>
              </a:endParaRPr>
            </a:p>
          </p:txBody>
        </p: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9381D306-315D-3CAF-7667-7C1520EDE0EE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 flipV="1">
              <a:off x="8286107" y="2713415"/>
              <a:ext cx="764925" cy="584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846300B1-1996-8C26-6CD8-E2802A0C5EB7}"/>
                </a:ext>
              </a:extLst>
            </p:cNvPr>
            <p:cNvCxnSpPr>
              <a:cxnSpLocks/>
              <a:stCxn id="48" idx="2"/>
              <a:endCxn id="45" idx="0"/>
            </p:cNvCxnSpPr>
            <p:nvPr/>
          </p:nvCxnSpPr>
          <p:spPr>
            <a:xfrm>
              <a:off x="9869480" y="3057475"/>
              <a:ext cx="0" cy="62521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Text 2">
              <a:extLst>
                <a:ext uri="{FF2B5EF4-FFF2-40B4-BE49-F238E27FC236}">
                  <a16:creationId xmlns:a16="http://schemas.microsoft.com/office/drawing/2014/main" id="{9A6D93A8-8D97-552D-4354-03EAAE562713}"/>
                </a:ext>
              </a:extLst>
            </p:cNvPr>
            <p:cNvSpPr/>
            <p:nvPr/>
          </p:nvSpPr>
          <p:spPr>
            <a:xfrm>
              <a:off x="9869479" y="3158499"/>
              <a:ext cx="797993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200" dirty="0">
                  <a:solidFill>
                    <a:schemeClr val="dk1"/>
                  </a:solidFill>
                </a:rPr>
                <a:t>候选集合</a:t>
              </a:r>
              <a:endParaRPr lang="en-US" sz="1200" dirty="0">
                <a:solidFill>
                  <a:schemeClr val="dk1"/>
                </a:solidFill>
              </a:endParaRPr>
            </a:p>
          </p:txBody>
        </p: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D9E0A8FB-4218-406D-1E09-76867F287784}"/>
                </a:ext>
              </a:extLst>
            </p:cNvPr>
            <p:cNvCxnSpPr>
              <a:cxnSpLocks/>
              <a:stCxn id="45" idx="1"/>
              <a:endCxn id="42" idx="3"/>
            </p:cNvCxnSpPr>
            <p:nvPr/>
          </p:nvCxnSpPr>
          <p:spPr>
            <a:xfrm flipH="1" flipV="1">
              <a:off x="8276569" y="4010062"/>
              <a:ext cx="774463" cy="648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Text 2">
              <a:extLst>
                <a:ext uri="{FF2B5EF4-FFF2-40B4-BE49-F238E27FC236}">
                  <a16:creationId xmlns:a16="http://schemas.microsoft.com/office/drawing/2014/main" id="{960F5C49-3F71-1ABE-800A-56FE716F18A7}"/>
                </a:ext>
              </a:extLst>
            </p:cNvPr>
            <p:cNvSpPr/>
            <p:nvPr/>
          </p:nvSpPr>
          <p:spPr>
            <a:xfrm>
              <a:off x="8281295" y="3635745"/>
              <a:ext cx="797993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200" dirty="0">
                  <a:solidFill>
                    <a:schemeClr val="dk1"/>
                  </a:solidFill>
                </a:rPr>
                <a:t>门控决策</a:t>
              </a:r>
              <a:endParaRPr lang="en-US" sz="1200" dirty="0">
                <a:solidFill>
                  <a:schemeClr val="dk1"/>
                </a:solidFill>
              </a:endParaRPr>
            </a:p>
          </p:txBody>
        </p:sp>
        <p:cxnSp>
          <p:nvCxnSpPr>
            <p:cNvPr id="86" name="连接符: 肘形 85">
              <a:extLst>
                <a:ext uri="{FF2B5EF4-FFF2-40B4-BE49-F238E27FC236}">
                  <a16:creationId xmlns:a16="http://schemas.microsoft.com/office/drawing/2014/main" id="{279632E4-D325-002A-6C76-9D366F22A682}"/>
                </a:ext>
              </a:extLst>
            </p:cNvPr>
            <p:cNvCxnSpPr>
              <a:stCxn id="42" idx="2"/>
              <a:endCxn id="5" idx="2"/>
            </p:cNvCxnSpPr>
            <p:nvPr/>
          </p:nvCxnSpPr>
          <p:spPr>
            <a:xfrm rot="5400000" flipH="1">
              <a:off x="4349692" y="1235487"/>
              <a:ext cx="216900" cy="5999958"/>
            </a:xfrm>
            <a:prstGeom prst="bentConnector3">
              <a:avLst>
                <a:gd name="adj1" fmla="val -433287"/>
              </a:avLst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Text 2">
              <a:extLst>
                <a:ext uri="{FF2B5EF4-FFF2-40B4-BE49-F238E27FC236}">
                  <a16:creationId xmlns:a16="http://schemas.microsoft.com/office/drawing/2014/main" id="{07B58499-E3E3-AA42-BA0C-B9206A12916F}"/>
                </a:ext>
              </a:extLst>
            </p:cNvPr>
            <p:cNvSpPr/>
            <p:nvPr/>
          </p:nvSpPr>
          <p:spPr>
            <a:xfrm>
              <a:off x="3995994" y="4928310"/>
              <a:ext cx="797993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200" dirty="0">
                  <a:solidFill>
                    <a:schemeClr val="dk1"/>
                  </a:solidFill>
                </a:rPr>
                <a:t>投机触发</a:t>
              </a:r>
              <a:endParaRPr lang="en-US" sz="1200" dirty="0">
                <a:solidFill>
                  <a:schemeClr val="dk1"/>
                </a:solidFill>
              </a:endParaRPr>
            </a:p>
          </p:txBody>
        </p: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CAFE35D8-7CAF-6CD8-0319-8FD32310A15E}"/>
                </a:ext>
              </a:extLst>
            </p:cNvPr>
            <p:cNvCxnSpPr>
              <a:stCxn id="5" idx="3"/>
              <a:endCxn id="51" idx="1"/>
            </p:cNvCxnSpPr>
            <p:nvPr/>
          </p:nvCxnSpPr>
          <p:spPr>
            <a:xfrm>
              <a:off x="2826497" y="3212713"/>
              <a:ext cx="1401817" cy="80383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1" name="Text 2">
              <a:extLst>
                <a:ext uri="{FF2B5EF4-FFF2-40B4-BE49-F238E27FC236}">
                  <a16:creationId xmlns:a16="http://schemas.microsoft.com/office/drawing/2014/main" id="{5B5056C3-9264-D7A6-011D-7941DB1F3DCB}"/>
                </a:ext>
              </a:extLst>
            </p:cNvPr>
            <p:cNvSpPr/>
            <p:nvPr/>
          </p:nvSpPr>
          <p:spPr>
            <a:xfrm>
              <a:off x="2645006" y="3642231"/>
              <a:ext cx="1488950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200" dirty="0">
                  <a:solidFill>
                    <a:schemeClr val="dk1"/>
                  </a:solidFill>
                </a:rPr>
                <a:t>真实结果</a:t>
              </a:r>
              <a:endParaRPr lang="en-US" sz="1200" dirty="0">
                <a:solidFill>
                  <a:schemeClr val="dk1"/>
                </a:solidFill>
              </a:endParaRPr>
            </a:p>
          </p:txBody>
        </p: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A6A30CA8-382D-27DF-615D-9E828EA201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0057" y="3007921"/>
              <a:ext cx="3170974" cy="79288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8" name="Text 2">
              <a:extLst>
                <a:ext uri="{FF2B5EF4-FFF2-40B4-BE49-F238E27FC236}">
                  <a16:creationId xmlns:a16="http://schemas.microsoft.com/office/drawing/2014/main" id="{B21A7C8E-2BB1-89C0-7433-8A43ABD3E5AB}"/>
                </a:ext>
              </a:extLst>
            </p:cNvPr>
            <p:cNvSpPr/>
            <p:nvPr/>
          </p:nvSpPr>
          <p:spPr>
            <a:xfrm>
              <a:off x="6162159" y="3165263"/>
              <a:ext cx="1488950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200" dirty="0">
                  <a:solidFill>
                    <a:schemeClr val="dk1"/>
                  </a:solidFill>
                </a:rPr>
                <a:t>在线更新</a:t>
              </a:r>
              <a:endParaRPr lang="en-US" sz="1200" dirty="0">
                <a:solidFill>
                  <a:schemeClr val="dk1"/>
                </a:solidFill>
              </a:endParaRPr>
            </a:p>
          </p:txBody>
        </p:sp>
        <p:sp>
          <p:nvSpPr>
            <p:cNvPr id="100" name="Text 2">
              <a:extLst>
                <a:ext uri="{FF2B5EF4-FFF2-40B4-BE49-F238E27FC236}">
                  <a16:creationId xmlns:a16="http://schemas.microsoft.com/office/drawing/2014/main" id="{29789AD9-5407-42D5-863C-0D516385FDE5}"/>
                </a:ext>
              </a:extLst>
            </p:cNvPr>
            <p:cNvSpPr/>
            <p:nvPr/>
          </p:nvSpPr>
          <p:spPr>
            <a:xfrm>
              <a:off x="3383942" y="2869570"/>
              <a:ext cx="401537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600" b="1" dirty="0">
                  <a:solidFill>
                    <a:schemeClr val="dk1"/>
                  </a:solidFill>
                </a:rPr>
                <a:t>①</a:t>
              </a:r>
              <a:endParaRPr lang="en-US" sz="1200" b="1" dirty="0">
                <a:solidFill>
                  <a:schemeClr val="dk1"/>
                </a:solidFill>
              </a:endParaRPr>
            </a:p>
          </p:txBody>
        </p:sp>
        <p:sp>
          <p:nvSpPr>
            <p:cNvPr id="101" name="Text 2">
              <a:extLst>
                <a:ext uri="{FF2B5EF4-FFF2-40B4-BE49-F238E27FC236}">
                  <a16:creationId xmlns:a16="http://schemas.microsoft.com/office/drawing/2014/main" id="{C66B1CEC-3CDF-706A-5AEF-416DEF20DFFD}"/>
                </a:ext>
              </a:extLst>
            </p:cNvPr>
            <p:cNvSpPr/>
            <p:nvPr/>
          </p:nvSpPr>
          <p:spPr>
            <a:xfrm>
              <a:off x="6026126" y="2664119"/>
              <a:ext cx="401537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600" b="1" dirty="0">
                  <a:solidFill>
                    <a:schemeClr val="dk1"/>
                  </a:solidFill>
                </a:rPr>
                <a:t>②</a:t>
              </a:r>
              <a:endParaRPr lang="en-US" sz="1200" b="1" dirty="0">
                <a:solidFill>
                  <a:schemeClr val="dk1"/>
                </a:solidFill>
              </a:endParaRPr>
            </a:p>
          </p:txBody>
        </p:sp>
        <p:sp>
          <p:nvSpPr>
            <p:cNvPr id="102" name="Text 2">
              <a:extLst>
                <a:ext uri="{FF2B5EF4-FFF2-40B4-BE49-F238E27FC236}">
                  <a16:creationId xmlns:a16="http://schemas.microsoft.com/office/drawing/2014/main" id="{4399E521-4A07-D37F-4A3D-F6DDC5278E3F}"/>
                </a:ext>
              </a:extLst>
            </p:cNvPr>
            <p:cNvSpPr/>
            <p:nvPr/>
          </p:nvSpPr>
          <p:spPr>
            <a:xfrm>
              <a:off x="8455317" y="2659081"/>
              <a:ext cx="401537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600" b="1" dirty="0">
                  <a:solidFill>
                    <a:schemeClr val="dk1"/>
                  </a:solidFill>
                </a:rPr>
                <a:t>③</a:t>
              </a:r>
              <a:endParaRPr lang="en-US" sz="1200" b="1" dirty="0">
                <a:solidFill>
                  <a:schemeClr val="dk1"/>
                </a:solidFill>
              </a:endParaRPr>
            </a:p>
          </p:txBody>
        </p:sp>
        <p:sp>
          <p:nvSpPr>
            <p:cNvPr id="103" name="Text 2">
              <a:extLst>
                <a:ext uri="{FF2B5EF4-FFF2-40B4-BE49-F238E27FC236}">
                  <a16:creationId xmlns:a16="http://schemas.microsoft.com/office/drawing/2014/main" id="{78900468-79AB-349B-4615-ED80500F0513}"/>
                </a:ext>
              </a:extLst>
            </p:cNvPr>
            <p:cNvSpPr/>
            <p:nvPr/>
          </p:nvSpPr>
          <p:spPr>
            <a:xfrm>
              <a:off x="9518157" y="3129882"/>
              <a:ext cx="401537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600" b="1" dirty="0">
                  <a:solidFill>
                    <a:schemeClr val="dk1"/>
                  </a:solidFill>
                </a:rPr>
                <a:t>④</a:t>
              </a:r>
              <a:endParaRPr lang="en-US" sz="1200" b="1" dirty="0">
                <a:solidFill>
                  <a:schemeClr val="dk1"/>
                </a:solidFill>
              </a:endParaRPr>
            </a:p>
          </p:txBody>
        </p:sp>
        <p:sp>
          <p:nvSpPr>
            <p:cNvPr id="104" name="Text 2">
              <a:extLst>
                <a:ext uri="{FF2B5EF4-FFF2-40B4-BE49-F238E27FC236}">
                  <a16:creationId xmlns:a16="http://schemas.microsoft.com/office/drawing/2014/main" id="{15747F8F-0831-4FF7-2A9A-07E5519C44FC}"/>
                </a:ext>
              </a:extLst>
            </p:cNvPr>
            <p:cNvSpPr/>
            <p:nvPr/>
          </p:nvSpPr>
          <p:spPr>
            <a:xfrm>
              <a:off x="8479522" y="3945695"/>
              <a:ext cx="401537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600" b="1" dirty="0">
                  <a:solidFill>
                    <a:schemeClr val="dk1"/>
                  </a:solidFill>
                </a:rPr>
                <a:t>⑤</a:t>
              </a:r>
              <a:endParaRPr lang="en-US" sz="1200" b="1" dirty="0">
                <a:solidFill>
                  <a:schemeClr val="dk1"/>
                </a:solidFill>
              </a:endParaRPr>
            </a:p>
          </p:txBody>
        </p:sp>
        <p:sp>
          <p:nvSpPr>
            <p:cNvPr id="105" name="Text 2">
              <a:extLst>
                <a:ext uri="{FF2B5EF4-FFF2-40B4-BE49-F238E27FC236}">
                  <a16:creationId xmlns:a16="http://schemas.microsoft.com/office/drawing/2014/main" id="{AC50D5A6-D85D-52D1-36ED-4194DE2E4B64}"/>
                </a:ext>
              </a:extLst>
            </p:cNvPr>
            <p:cNvSpPr/>
            <p:nvPr/>
          </p:nvSpPr>
          <p:spPr>
            <a:xfrm>
              <a:off x="4194221" y="5226597"/>
              <a:ext cx="401537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600" b="1" dirty="0">
                  <a:solidFill>
                    <a:schemeClr val="dk1"/>
                  </a:solidFill>
                </a:rPr>
                <a:t>⑥</a:t>
              </a:r>
              <a:endParaRPr lang="en-US" sz="1200" b="1" dirty="0">
                <a:solidFill>
                  <a:schemeClr val="dk1"/>
                </a:solidFill>
              </a:endParaRPr>
            </a:p>
          </p:txBody>
        </p:sp>
        <p:sp>
          <p:nvSpPr>
            <p:cNvPr id="106" name="Text 2">
              <a:extLst>
                <a:ext uri="{FF2B5EF4-FFF2-40B4-BE49-F238E27FC236}">
                  <a16:creationId xmlns:a16="http://schemas.microsoft.com/office/drawing/2014/main" id="{E46DE22F-FF30-945C-E392-2E346A0D15E1}"/>
                </a:ext>
              </a:extLst>
            </p:cNvPr>
            <p:cNvSpPr/>
            <p:nvPr/>
          </p:nvSpPr>
          <p:spPr>
            <a:xfrm>
              <a:off x="3515899" y="3352896"/>
              <a:ext cx="401537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600" b="1" dirty="0">
                  <a:solidFill>
                    <a:schemeClr val="dk1"/>
                  </a:solidFill>
                </a:rPr>
                <a:t>⑦</a:t>
              </a:r>
              <a:endParaRPr lang="en-US" sz="1200" b="1" dirty="0">
                <a:solidFill>
                  <a:schemeClr val="dk1"/>
                </a:solidFill>
              </a:endParaRPr>
            </a:p>
          </p:txBody>
        </p:sp>
        <p:sp>
          <p:nvSpPr>
            <p:cNvPr id="107" name="Text 2">
              <a:extLst>
                <a:ext uri="{FF2B5EF4-FFF2-40B4-BE49-F238E27FC236}">
                  <a16:creationId xmlns:a16="http://schemas.microsoft.com/office/drawing/2014/main" id="{AE8D5B94-E123-05DD-DF11-8C742FCE42BB}"/>
                </a:ext>
              </a:extLst>
            </p:cNvPr>
            <p:cNvSpPr/>
            <p:nvPr/>
          </p:nvSpPr>
          <p:spPr>
            <a:xfrm>
              <a:off x="6051673" y="3650048"/>
              <a:ext cx="401537" cy="398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600" b="1" dirty="0">
                  <a:solidFill>
                    <a:schemeClr val="dk1"/>
                  </a:solidFill>
                </a:rPr>
                <a:t>⑧</a:t>
              </a:r>
              <a:endParaRPr lang="en-US" sz="1200" b="1" dirty="0">
                <a:solidFill>
                  <a:schemeClr val="dk1"/>
                </a:solidFill>
              </a:endParaRPr>
            </a:p>
          </p:txBody>
        </p:sp>
        <p:sp>
          <p:nvSpPr>
            <p:cNvPr id="3" name="Text 16">
              <a:extLst>
                <a:ext uri="{FF2B5EF4-FFF2-40B4-BE49-F238E27FC236}">
                  <a16:creationId xmlns:a16="http://schemas.microsoft.com/office/drawing/2014/main" id="{24BF5FBF-8980-9137-05EF-BD20055C54F0}"/>
                </a:ext>
              </a:extLst>
            </p:cNvPr>
            <p:cNvSpPr/>
            <p:nvPr/>
          </p:nvSpPr>
          <p:spPr>
            <a:xfrm>
              <a:off x="9155947" y="2421562"/>
              <a:ext cx="1411117" cy="60411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400" dirty="0">
                  <a:solidFill>
                    <a:schemeClr val="dk1"/>
                  </a:solidFill>
                </a:rPr>
                <a:t>分支预测模块</a:t>
              </a:r>
              <a:endParaRPr lang="en-US" sz="1400" dirty="0">
                <a:solidFill>
                  <a:schemeClr val="dk1"/>
                </a:solidFill>
              </a:endParaRPr>
            </a:p>
          </p:txBody>
        </p:sp>
        <p:sp>
          <p:nvSpPr>
            <p:cNvPr id="10" name="Text 16">
              <a:extLst>
                <a:ext uri="{FF2B5EF4-FFF2-40B4-BE49-F238E27FC236}">
                  <a16:creationId xmlns:a16="http://schemas.microsoft.com/office/drawing/2014/main" id="{2683BC49-692B-1387-B9E3-CC510EE64F17}"/>
                </a:ext>
              </a:extLst>
            </p:cNvPr>
            <p:cNvSpPr/>
            <p:nvPr/>
          </p:nvSpPr>
          <p:spPr>
            <a:xfrm>
              <a:off x="4346979" y="3708003"/>
              <a:ext cx="1411117" cy="60411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400" dirty="0">
                  <a:solidFill>
                    <a:schemeClr val="dk1"/>
                  </a:solidFill>
                </a:rPr>
                <a:t>在线更新模块</a:t>
              </a:r>
              <a:endParaRPr lang="en-US" sz="1400" dirty="0">
                <a:solidFill>
                  <a:schemeClr val="dk1"/>
                </a:solidFill>
              </a:endParaRPr>
            </a:p>
          </p:txBody>
        </p:sp>
        <p:sp>
          <p:nvSpPr>
            <p:cNvPr id="11" name="Text 16">
              <a:extLst>
                <a:ext uri="{FF2B5EF4-FFF2-40B4-BE49-F238E27FC236}">
                  <a16:creationId xmlns:a16="http://schemas.microsoft.com/office/drawing/2014/main" id="{E5B2F7F5-3A35-5CDB-B919-3EEBACB0B15D}"/>
                </a:ext>
              </a:extLst>
            </p:cNvPr>
            <p:cNvSpPr/>
            <p:nvPr/>
          </p:nvSpPr>
          <p:spPr>
            <a:xfrm>
              <a:off x="6736294" y="3710748"/>
              <a:ext cx="1411117" cy="60411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400" dirty="0">
                  <a:solidFill>
                    <a:schemeClr val="dk1"/>
                  </a:solidFill>
                </a:rPr>
                <a:t>投机执行</a:t>
              </a:r>
              <a:endParaRPr lang="en-US" altLang="zh-CN" sz="1400" dirty="0">
                <a:solidFill>
                  <a:schemeClr val="dk1"/>
                </a:solidFill>
              </a:endParaRPr>
            </a:p>
            <a:p>
              <a:pPr indent="0" algn="ctr">
                <a:buNone/>
              </a:pPr>
              <a:r>
                <a:rPr lang="zh-CN" altLang="en-US" sz="1400" dirty="0">
                  <a:solidFill>
                    <a:schemeClr val="dk1"/>
                  </a:solidFill>
                </a:rPr>
                <a:t>协调模块</a:t>
              </a:r>
              <a:endParaRPr lang="en-US" sz="1400" dirty="0">
                <a:solidFill>
                  <a:schemeClr val="dk1"/>
                </a:solidFill>
              </a:endParaRPr>
            </a:p>
          </p:txBody>
        </p:sp>
        <p:sp>
          <p:nvSpPr>
            <p:cNvPr id="12" name="Text 16">
              <a:extLst>
                <a:ext uri="{FF2B5EF4-FFF2-40B4-BE49-F238E27FC236}">
                  <a16:creationId xmlns:a16="http://schemas.microsoft.com/office/drawing/2014/main" id="{69353B37-9B0F-DB8F-C709-E0E4C6CAC465}"/>
                </a:ext>
              </a:extLst>
            </p:cNvPr>
            <p:cNvSpPr/>
            <p:nvPr/>
          </p:nvSpPr>
          <p:spPr>
            <a:xfrm>
              <a:off x="9163920" y="3710614"/>
              <a:ext cx="1411117" cy="60411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zh-CN" altLang="en-US" sz="1400" dirty="0">
                  <a:solidFill>
                    <a:schemeClr val="dk1"/>
                  </a:solidFill>
                </a:rPr>
                <a:t>门控与预算</a:t>
              </a:r>
              <a:endParaRPr lang="en-US" altLang="zh-CN" sz="1400" dirty="0">
                <a:solidFill>
                  <a:schemeClr val="dk1"/>
                </a:solidFill>
              </a:endParaRPr>
            </a:p>
            <a:p>
              <a:pPr indent="0" algn="ctr">
                <a:buNone/>
              </a:pPr>
              <a:r>
                <a:rPr lang="zh-CN" altLang="en-US" sz="1400" dirty="0">
                  <a:solidFill>
                    <a:schemeClr val="dk1"/>
                  </a:solidFill>
                </a:rPr>
                <a:t>控制模块</a:t>
              </a:r>
              <a:endParaRPr lang="en-US" sz="1400" dirty="0"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1872125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2227</TotalTime>
  <Words>150</Words>
  <Application>Microsoft Office PowerPoint</Application>
  <PresentationFormat>宽屏</PresentationFormat>
  <Paragraphs>87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cd w</dc:creator>
  <cp:lastModifiedBy>cd w</cp:lastModifiedBy>
  <cp:revision>27</cp:revision>
  <dcterms:created xsi:type="dcterms:W3CDTF">2023-08-09T12:44:00Z</dcterms:created>
  <dcterms:modified xsi:type="dcterms:W3CDTF">2026-03-07T13:30:34Z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